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9"/>
  </p:notesMasterIdLst>
  <p:sldIdLst>
    <p:sldId id="256" r:id="rId2"/>
    <p:sldId id="287" r:id="rId3"/>
    <p:sldId id="328" r:id="rId4"/>
    <p:sldId id="307" r:id="rId5"/>
    <p:sldId id="327" r:id="rId6"/>
    <p:sldId id="330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34" r:id="rId16"/>
    <p:sldId id="325" r:id="rId17"/>
    <p:sldId id="322" r:id="rId18"/>
  </p:sldIdLst>
  <p:sldSz cx="9144000" cy="5143500" type="screen16x9"/>
  <p:notesSz cx="6858000" cy="9144000"/>
  <p:embeddedFontLst>
    <p:embeddedFont>
      <p:font typeface="Bai Jamjuree" panose="020B0604020202020204" charset="-34"/>
      <p:regular r:id="rId20"/>
      <p:bold r:id="rId21"/>
      <p:italic r:id="rId22"/>
      <p:boldItalic r:id="rId23"/>
    </p:embeddedFont>
    <p:embeddedFont>
      <p:font typeface="Barlow Semi Condensed" panose="00000506000000000000" pitchFamily="2" charset="-94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C48A"/>
    <a:srgbClr val="407ED6"/>
    <a:srgbClr val="413B47"/>
    <a:srgbClr val="8D64E2"/>
    <a:srgbClr val="F66443"/>
    <a:srgbClr val="D83E69"/>
    <a:srgbClr val="F5F5F5"/>
    <a:srgbClr val="FFA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9A92A8-5066-DC9C-427F-01D750AD7294}" v="2928" dt="2025-09-27T18:46:52.856"/>
  </p1510:revLst>
</p1510:revInfo>
</file>

<file path=ppt/tableStyles.xml><?xml version="1.0" encoding="utf-8"?>
<a:tblStyleLst xmlns:a="http://schemas.openxmlformats.org/drawingml/2006/main" def="{5AD50916-063E-47EE-ACAF-28099F925376}">
  <a:tblStyle styleId="{5AD50916-063E-47EE-ACAF-28099F9253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44" autoAdjust="0"/>
  </p:normalViewPr>
  <p:slideViewPr>
    <p:cSldViewPr snapToGrid="0">
      <p:cViewPr varScale="1">
        <p:scale>
          <a:sx n="92" d="100"/>
          <a:sy n="92" d="100"/>
        </p:scale>
        <p:origin x="1186" y="-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" name="Google Shape;40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6" name="Google Shape;40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A4FAD748-783E-EFED-2EE1-49530538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E966EDB0-3091-2E9F-3D45-4FC3751CE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519D8BF0-5001-3271-F2C7-91D8AC2D7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9124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FD89D584-4A85-03C8-0A8A-9ACDA08D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12D98D9E-E050-7D8D-BB8B-6628394CA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B534FD64-4059-2F7E-541E-371DE2E223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1609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6947EB2C-78BA-6F3B-D1C5-CC10CFFE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FA022006-AE0B-9DCA-A6EB-740353EEA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F12E8C32-B734-7EB3-BE6A-FCE976538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9481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C92C0D41-7431-99E1-1F44-481C00A8F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A457C9E2-6944-5580-8195-D25BB7FD1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8191ABAC-15BC-05F7-A05E-4FF4F0CC0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6878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2">
          <a:extLst>
            <a:ext uri="{FF2B5EF4-FFF2-40B4-BE49-F238E27FC236}">
              <a16:creationId xmlns:a16="http://schemas.microsoft.com/office/drawing/2014/main" id="{7E3E4F27-83E0-5179-22F6-494B6A6D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g126d22e57ec_0_10:notes">
            <a:extLst>
              <a:ext uri="{FF2B5EF4-FFF2-40B4-BE49-F238E27FC236}">
                <a16:creationId xmlns:a16="http://schemas.microsoft.com/office/drawing/2014/main" id="{DF66663E-7D09-E4D9-70B7-CE530FD98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4" name="Google Shape;4134;g126d22e57ec_0_10:notes">
            <a:extLst>
              <a:ext uri="{FF2B5EF4-FFF2-40B4-BE49-F238E27FC236}">
                <a16:creationId xmlns:a16="http://schemas.microsoft.com/office/drawing/2014/main" id="{2AEB3339-F2A9-7AD7-DF1B-D681CA0A8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635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2">
          <a:extLst>
            <a:ext uri="{FF2B5EF4-FFF2-40B4-BE49-F238E27FC236}">
              <a16:creationId xmlns:a16="http://schemas.microsoft.com/office/drawing/2014/main" id="{BC0F81CD-07C4-620C-53D9-2F7B4339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g126d22e57ec_0_10:notes">
            <a:extLst>
              <a:ext uri="{FF2B5EF4-FFF2-40B4-BE49-F238E27FC236}">
                <a16:creationId xmlns:a16="http://schemas.microsoft.com/office/drawing/2014/main" id="{0AE514D3-46F3-DD94-62AA-ABB057E71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4" name="Google Shape;4134;g126d22e57ec_0_10:notes">
            <a:extLst>
              <a:ext uri="{FF2B5EF4-FFF2-40B4-BE49-F238E27FC236}">
                <a16:creationId xmlns:a16="http://schemas.microsoft.com/office/drawing/2014/main" id="{B1C72DDA-6B28-DE3C-F845-C391D1440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530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2">
          <a:extLst>
            <a:ext uri="{FF2B5EF4-FFF2-40B4-BE49-F238E27FC236}">
              <a16:creationId xmlns:a16="http://schemas.microsoft.com/office/drawing/2014/main" id="{5E5C6787-7873-2AE3-3E96-A96FEEFA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g126d22e57ec_0_10:notes">
            <a:extLst>
              <a:ext uri="{FF2B5EF4-FFF2-40B4-BE49-F238E27FC236}">
                <a16:creationId xmlns:a16="http://schemas.microsoft.com/office/drawing/2014/main" id="{D0CC2AEF-4E57-6239-6A32-61E101818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4" name="Google Shape;4134;g126d22e57ec_0_10:notes">
            <a:extLst>
              <a:ext uri="{FF2B5EF4-FFF2-40B4-BE49-F238E27FC236}">
                <a16:creationId xmlns:a16="http://schemas.microsoft.com/office/drawing/2014/main" id="{8329F9D0-1995-276C-BE5E-4C31824BE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278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2">
          <a:extLst>
            <a:ext uri="{FF2B5EF4-FFF2-40B4-BE49-F238E27FC236}">
              <a16:creationId xmlns:a16="http://schemas.microsoft.com/office/drawing/2014/main" id="{92158FCF-6A20-C5EA-4E69-4A4B37A3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g126d22e57ec_0_10:notes">
            <a:extLst>
              <a:ext uri="{FF2B5EF4-FFF2-40B4-BE49-F238E27FC236}">
                <a16:creationId xmlns:a16="http://schemas.microsoft.com/office/drawing/2014/main" id="{AB87C2ED-27DE-16EC-0C6D-56C58F1A3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4" name="Google Shape;4134;g126d22e57ec_0_10:notes">
            <a:extLst>
              <a:ext uri="{FF2B5EF4-FFF2-40B4-BE49-F238E27FC236}">
                <a16:creationId xmlns:a16="http://schemas.microsoft.com/office/drawing/2014/main" id="{1D1A892F-2072-A081-08D8-4D5A5CA42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6568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2">
          <a:extLst>
            <a:ext uri="{FF2B5EF4-FFF2-40B4-BE49-F238E27FC236}">
              <a16:creationId xmlns:a16="http://schemas.microsoft.com/office/drawing/2014/main" id="{4C8B1DB8-374A-3FD7-3C27-08BA9F30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g126d22e57ec_0_10:notes">
            <a:extLst>
              <a:ext uri="{FF2B5EF4-FFF2-40B4-BE49-F238E27FC236}">
                <a16:creationId xmlns:a16="http://schemas.microsoft.com/office/drawing/2014/main" id="{125F08E1-835E-7CDA-66E7-1E0E9865B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4" name="Google Shape;4134;g126d22e57ec_0_10:notes">
            <a:extLst>
              <a:ext uri="{FF2B5EF4-FFF2-40B4-BE49-F238E27FC236}">
                <a16:creationId xmlns:a16="http://schemas.microsoft.com/office/drawing/2014/main" id="{89981AD5-827E-386C-0EC1-2921AFCC6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996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2">
          <a:extLst>
            <a:ext uri="{FF2B5EF4-FFF2-40B4-BE49-F238E27FC236}">
              <a16:creationId xmlns:a16="http://schemas.microsoft.com/office/drawing/2014/main" id="{DCB4FE69-FF0A-3209-C5F5-D4F4F5CB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g126d22e57ec_0_10:notes">
            <a:extLst>
              <a:ext uri="{FF2B5EF4-FFF2-40B4-BE49-F238E27FC236}">
                <a16:creationId xmlns:a16="http://schemas.microsoft.com/office/drawing/2014/main" id="{32BEF1E8-2FE8-F7A8-9DB0-B844521B11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4" name="Google Shape;4134;g126d22e57ec_0_10:notes">
            <a:extLst>
              <a:ext uri="{FF2B5EF4-FFF2-40B4-BE49-F238E27FC236}">
                <a16:creationId xmlns:a16="http://schemas.microsoft.com/office/drawing/2014/main" id="{47D3C771-26CE-257B-27AF-926A8239D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971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2">
          <a:extLst>
            <a:ext uri="{FF2B5EF4-FFF2-40B4-BE49-F238E27FC236}">
              <a16:creationId xmlns:a16="http://schemas.microsoft.com/office/drawing/2014/main" id="{3D8FA527-777F-DACB-D9C2-DB3C5AF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g126d22e57ec_0_10:notes">
            <a:extLst>
              <a:ext uri="{FF2B5EF4-FFF2-40B4-BE49-F238E27FC236}">
                <a16:creationId xmlns:a16="http://schemas.microsoft.com/office/drawing/2014/main" id="{2B931910-3986-9D6A-1A01-A08922675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4" name="Google Shape;4134;g126d22e57ec_0_10:notes">
            <a:extLst>
              <a:ext uri="{FF2B5EF4-FFF2-40B4-BE49-F238E27FC236}">
                <a16:creationId xmlns:a16="http://schemas.microsoft.com/office/drawing/2014/main" id="{8AA7F837-444F-7E97-C42F-6226456C8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976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31795032-2326-8FE0-CC61-EAA1DF59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91F4D5BE-2BA2-CA54-76B2-23925485C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F87CCE22-0C1E-9A1A-4258-A426AF5AE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3340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3BDF3C25-6488-4649-B458-09B872D0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FCA661F2-754D-69B2-A340-823A7D4C2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941182FA-70E0-1D6F-20E1-4EF18DDD7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9502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88D2FB48-0A24-653D-6EDD-FEA8A438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AF61123B-87FA-E253-A3D7-2DCE93A2D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42FCA612-68D4-53BA-80FD-3B3644708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6945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497B7248-FA44-9325-4EA1-62A3D236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801D8147-94E7-EEA6-A96C-448247FFE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36653A37-D2EC-F0C3-F3A3-F24E044AD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3330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3">
          <a:extLst>
            <a:ext uri="{FF2B5EF4-FFF2-40B4-BE49-F238E27FC236}">
              <a16:creationId xmlns:a16="http://schemas.microsoft.com/office/drawing/2014/main" id="{2C4937FD-B3A3-E37F-5AB6-87DAB62B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g12712e070a4_3_16:notes">
            <a:extLst>
              <a:ext uri="{FF2B5EF4-FFF2-40B4-BE49-F238E27FC236}">
                <a16:creationId xmlns:a16="http://schemas.microsoft.com/office/drawing/2014/main" id="{79A1CCB6-9BD1-0952-FF1E-5B08E1A252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5" name="Google Shape;4095;g12712e070a4_3_16:notes">
            <a:extLst>
              <a:ext uri="{FF2B5EF4-FFF2-40B4-BE49-F238E27FC236}">
                <a16:creationId xmlns:a16="http://schemas.microsoft.com/office/drawing/2014/main" id="{F7228FD2-EB3B-30F3-40CD-95D18802E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Our</a:t>
            </a:r>
            <a:r>
              <a:rPr lang="tr-TR"/>
              <a:t> motto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309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3700" y="-149250"/>
            <a:ext cx="9251400" cy="5442000"/>
            <a:chOff x="-53700" y="-303675"/>
            <a:chExt cx="9251400" cy="5442000"/>
          </a:xfrm>
        </p:grpSpPr>
        <p:sp>
          <p:nvSpPr>
            <p:cNvPr id="10" name="Google Shape;10;p2"/>
            <p:cNvSpPr/>
            <p:nvPr/>
          </p:nvSpPr>
          <p:spPr>
            <a:xfrm>
              <a:off x="21231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6673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2115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7557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537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905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347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789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231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6673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2115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325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767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0209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5651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1093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37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905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0347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5789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231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667300" y="4594125"/>
              <a:ext cx="544200" cy="544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2115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557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999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8441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3883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325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4767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0209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5651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1093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6535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537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905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0347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789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1231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6673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2115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7557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2999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8441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3883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9325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767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0209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75651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81093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6535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-537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05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0347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5789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2999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8441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3883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9325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4767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0209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5651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109300" y="3505725"/>
              <a:ext cx="544200" cy="544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86535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-537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905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0347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5789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1231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6673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2115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7557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2999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8441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3883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325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4767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0209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5651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81093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6535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-537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905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0347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5789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21231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6673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32115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7557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2999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8441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3883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9325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64767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0209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75651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81093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6535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-537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905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0347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789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1231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6673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2115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7557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2999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48441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3883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9325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4767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209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5651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81093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86535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7557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2999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48441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3883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86535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-537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905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0347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5789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21231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26673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2115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7557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2999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8441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3883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9325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64767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70209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75651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1093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6535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-537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905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034700" y="240525"/>
              <a:ext cx="544200" cy="544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5789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1231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26673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2115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37557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42999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48441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53883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59325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4767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70209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75651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1093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86535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-537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4905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0347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5789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1231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26673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2115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37557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2999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8441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3883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9325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64767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70209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7565100" y="-303675"/>
              <a:ext cx="544200" cy="544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81093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86535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" name="Google Shape;180;p2"/>
          <p:cNvSpPr txBox="1">
            <a:spLocks noGrp="1"/>
          </p:cNvSpPr>
          <p:nvPr>
            <p:ph type="ctrTitle"/>
          </p:nvPr>
        </p:nvSpPr>
        <p:spPr>
          <a:xfrm>
            <a:off x="743975" y="1104325"/>
            <a:ext cx="3884700" cy="238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1" name="Google Shape;181;p2"/>
          <p:cNvSpPr txBox="1">
            <a:spLocks noGrp="1"/>
          </p:cNvSpPr>
          <p:nvPr>
            <p:ph type="subTitle" idx="1"/>
          </p:nvPr>
        </p:nvSpPr>
        <p:spPr>
          <a:xfrm>
            <a:off x="743975" y="3770200"/>
            <a:ext cx="38847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2" name="Google Shape;182;p2"/>
          <p:cNvSpPr/>
          <p:nvPr/>
        </p:nvSpPr>
        <p:spPr>
          <a:xfrm>
            <a:off x="5390425" y="1160575"/>
            <a:ext cx="3264600" cy="28242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oogle Shape;712;p6"/>
          <p:cNvGrpSpPr/>
          <p:nvPr/>
        </p:nvGrpSpPr>
        <p:grpSpPr>
          <a:xfrm>
            <a:off x="-53700" y="-149250"/>
            <a:ext cx="9251400" cy="5442000"/>
            <a:chOff x="-53700" y="-149250"/>
            <a:chExt cx="9251400" cy="5442000"/>
          </a:xfrm>
        </p:grpSpPr>
        <p:grpSp>
          <p:nvGrpSpPr>
            <p:cNvPr id="713" name="Google Shape;713;p6"/>
            <p:cNvGrpSpPr/>
            <p:nvPr/>
          </p:nvGrpSpPr>
          <p:grpSpPr>
            <a:xfrm>
              <a:off x="-53700" y="-149250"/>
              <a:ext cx="9251400" cy="5442000"/>
              <a:chOff x="-53700" y="-303675"/>
              <a:chExt cx="9251400" cy="5442000"/>
            </a:xfrm>
          </p:grpSpPr>
          <p:sp>
            <p:nvSpPr>
              <p:cNvPr id="714" name="Google Shape;714;p6"/>
              <p:cNvSpPr/>
              <p:nvPr/>
            </p:nvSpPr>
            <p:spPr>
              <a:xfrm>
                <a:off x="2123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6"/>
              <p:cNvSpPr/>
              <p:nvPr/>
            </p:nvSpPr>
            <p:spPr>
              <a:xfrm>
                <a:off x="2667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6"/>
              <p:cNvSpPr/>
              <p:nvPr/>
            </p:nvSpPr>
            <p:spPr>
              <a:xfrm>
                <a:off x="3211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6"/>
              <p:cNvSpPr/>
              <p:nvPr/>
            </p:nvSpPr>
            <p:spPr>
              <a:xfrm>
                <a:off x="3755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6"/>
              <p:cNvSpPr/>
              <p:nvPr/>
            </p:nvSpPr>
            <p:spPr>
              <a:xfrm>
                <a:off x="-53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6"/>
              <p:cNvSpPr/>
              <p:nvPr/>
            </p:nvSpPr>
            <p:spPr>
              <a:xfrm>
                <a:off x="490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6"/>
              <p:cNvSpPr/>
              <p:nvPr/>
            </p:nvSpPr>
            <p:spPr>
              <a:xfrm>
                <a:off x="1034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6"/>
              <p:cNvSpPr/>
              <p:nvPr/>
            </p:nvSpPr>
            <p:spPr>
              <a:xfrm>
                <a:off x="1578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6"/>
              <p:cNvSpPr/>
              <p:nvPr/>
            </p:nvSpPr>
            <p:spPr>
              <a:xfrm>
                <a:off x="2123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6"/>
              <p:cNvSpPr/>
              <p:nvPr/>
            </p:nvSpPr>
            <p:spPr>
              <a:xfrm>
                <a:off x="26673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6"/>
              <p:cNvSpPr/>
              <p:nvPr/>
            </p:nvSpPr>
            <p:spPr>
              <a:xfrm>
                <a:off x="3211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6"/>
              <p:cNvSpPr/>
              <p:nvPr/>
            </p:nvSpPr>
            <p:spPr>
              <a:xfrm>
                <a:off x="5932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6"/>
              <p:cNvSpPr/>
              <p:nvPr/>
            </p:nvSpPr>
            <p:spPr>
              <a:xfrm>
                <a:off x="6476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6"/>
              <p:cNvSpPr/>
              <p:nvPr/>
            </p:nvSpPr>
            <p:spPr>
              <a:xfrm>
                <a:off x="7020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6"/>
              <p:cNvSpPr/>
              <p:nvPr/>
            </p:nvSpPr>
            <p:spPr>
              <a:xfrm>
                <a:off x="7565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6"/>
              <p:cNvSpPr/>
              <p:nvPr/>
            </p:nvSpPr>
            <p:spPr>
              <a:xfrm>
                <a:off x="81093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6"/>
              <p:cNvSpPr/>
              <p:nvPr/>
            </p:nvSpPr>
            <p:spPr>
              <a:xfrm>
                <a:off x="-53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6"/>
              <p:cNvSpPr/>
              <p:nvPr/>
            </p:nvSpPr>
            <p:spPr>
              <a:xfrm>
                <a:off x="490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6"/>
              <p:cNvSpPr/>
              <p:nvPr/>
            </p:nvSpPr>
            <p:spPr>
              <a:xfrm>
                <a:off x="1034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6"/>
              <p:cNvSpPr/>
              <p:nvPr/>
            </p:nvSpPr>
            <p:spPr>
              <a:xfrm>
                <a:off x="1578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6"/>
              <p:cNvSpPr/>
              <p:nvPr/>
            </p:nvSpPr>
            <p:spPr>
              <a:xfrm>
                <a:off x="2123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6"/>
              <p:cNvSpPr/>
              <p:nvPr/>
            </p:nvSpPr>
            <p:spPr>
              <a:xfrm>
                <a:off x="2667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6"/>
              <p:cNvSpPr/>
              <p:nvPr/>
            </p:nvSpPr>
            <p:spPr>
              <a:xfrm>
                <a:off x="3211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6"/>
              <p:cNvSpPr/>
              <p:nvPr/>
            </p:nvSpPr>
            <p:spPr>
              <a:xfrm>
                <a:off x="3755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6"/>
              <p:cNvSpPr/>
              <p:nvPr/>
            </p:nvSpPr>
            <p:spPr>
              <a:xfrm>
                <a:off x="4299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6"/>
              <p:cNvSpPr/>
              <p:nvPr/>
            </p:nvSpPr>
            <p:spPr>
              <a:xfrm>
                <a:off x="4844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6"/>
              <p:cNvSpPr/>
              <p:nvPr/>
            </p:nvSpPr>
            <p:spPr>
              <a:xfrm>
                <a:off x="5388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6"/>
              <p:cNvSpPr/>
              <p:nvPr/>
            </p:nvSpPr>
            <p:spPr>
              <a:xfrm>
                <a:off x="5932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6"/>
              <p:cNvSpPr/>
              <p:nvPr/>
            </p:nvSpPr>
            <p:spPr>
              <a:xfrm>
                <a:off x="6476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6"/>
              <p:cNvSpPr/>
              <p:nvPr/>
            </p:nvSpPr>
            <p:spPr>
              <a:xfrm>
                <a:off x="7020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6"/>
              <p:cNvSpPr/>
              <p:nvPr/>
            </p:nvSpPr>
            <p:spPr>
              <a:xfrm>
                <a:off x="7565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6"/>
              <p:cNvSpPr/>
              <p:nvPr/>
            </p:nvSpPr>
            <p:spPr>
              <a:xfrm>
                <a:off x="8109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6"/>
              <p:cNvSpPr/>
              <p:nvPr/>
            </p:nvSpPr>
            <p:spPr>
              <a:xfrm>
                <a:off x="8653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6"/>
              <p:cNvSpPr/>
              <p:nvPr/>
            </p:nvSpPr>
            <p:spPr>
              <a:xfrm>
                <a:off x="490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6"/>
              <p:cNvSpPr/>
              <p:nvPr/>
            </p:nvSpPr>
            <p:spPr>
              <a:xfrm>
                <a:off x="1034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6"/>
              <p:cNvSpPr/>
              <p:nvPr/>
            </p:nvSpPr>
            <p:spPr>
              <a:xfrm>
                <a:off x="1578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6"/>
              <p:cNvSpPr/>
              <p:nvPr/>
            </p:nvSpPr>
            <p:spPr>
              <a:xfrm>
                <a:off x="2123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6"/>
              <p:cNvSpPr/>
              <p:nvPr/>
            </p:nvSpPr>
            <p:spPr>
              <a:xfrm>
                <a:off x="2667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6"/>
              <p:cNvSpPr/>
              <p:nvPr/>
            </p:nvSpPr>
            <p:spPr>
              <a:xfrm>
                <a:off x="3211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6"/>
              <p:cNvSpPr/>
              <p:nvPr/>
            </p:nvSpPr>
            <p:spPr>
              <a:xfrm>
                <a:off x="3755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6"/>
              <p:cNvSpPr/>
              <p:nvPr/>
            </p:nvSpPr>
            <p:spPr>
              <a:xfrm>
                <a:off x="4299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6"/>
              <p:cNvSpPr/>
              <p:nvPr/>
            </p:nvSpPr>
            <p:spPr>
              <a:xfrm>
                <a:off x="4844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6"/>
              <p:cNvSpPr/>
              <p:nvPr/>
            </p:nvSpPr>
            <p:spPr>
              <a:xfrm>
                <a:off x="5388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6"/>
              <p:cNvSpPr/>
              <p:nvPr/>
            </p:nvSpPr>
            <p:spPr>
              <a:xfrm>
                <a:off x="5932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6"/>
              <p:cNvSpPr/>
              <p:nvPr/>
            </p:nvSpPr>
            <p:spPr>
              <a:xfrm>
                <a:off x="6476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6"/>
              <p:cNvSpPr/>
              <p:nvPr/>
            </p:nvSpPr>
            <p:spPr>
              <a:xfrm>
                <a:off x="7020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7565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6"/>
              <p:cNvSpPr/>
              <p:nvPr/>
            </p:nvSpPr>
            <p:spPr>
              <a:xfrm>
                <a:off x="8109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6"/>
              <p:cNvSpPr/>
              <p:nvPr/>
            </p:nvSpPr>
            <p:spPr>
              <a:xfrm>
                <a:off x="8653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6"/>
              <p:cNvSpPr/>
              <p:nvPr/>
            </p:nvSpPr>
            <p:spPr>
              <a:xfrm>
                <a:off x="-53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6"/>
              <p:cNvSpPr/>
              <p:nvPr/>
            </p:nvSpPr>
            <p:spPr>
              <a:xfrm>
                <a:off x="490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6"/>
              <p:cNvSpPr/>
              <p:nvPr/>
            </p:nvSpPr>
            <p:spPr>
              <a:xfrm>
                <a:off x="1034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6"/>
              <p:cNvSpPr/>
              <p:nvPr/>
            </p:nvSpPr>
            <p:spPr>
              <a:xfrm>
                <a:off x="1578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6"/>
              <p:cNvSpPr/>
              <p:nvPr/>
            </p:nvSpPr>
            <p:spPr>
              <a:xfrm>
                <a:off x="4299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6"/>
              <p:cNvSpPr/>
              <p:nvPr/>
            </p:nvSpPr>
            <p:spPr>
              <a:xfrm>
                <a:off x="4844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6"/>
              <p:cNvSpPr/>
              <p:nvPr/>
            </p:nvSpPr>
            <p:spPr>
              <a:xfrm>
                <a:off x="5388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6"/>
              <p:cNvSpPr/>
              <p:nvPr/>
            </p:nvSpPr>
            <p:spPr>
              <a:xfrm>
                <a:off x="5932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6"/>
              <p:cNvSpPr/>
              <p:nvPr/>
            </p:nvSpPr>
            <p:spPr>
              <a:xfrm>
                <a:off x="6476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6"/>
              <p:cNvSpPr/>
              <p:nvPr/>
            </p:nvSpPr>
            <p:spPr>
              <a:xfrm>
                <a:off x="7020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6"/>
              <p:cNvSpPr/>
              <p:nvPr/>
            </p:nvSpPr>
            <p:spPr>
              <a:xfrm>
                <a:off x="7565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6"/>
              <p:cNvSpPr/>
              <p:nvPr/>
            </p:nvSpPr>
            <p:spPr>
              <a:xfrm>
                <a:off x="8109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6"/>
              <p:cNvSpPr/>
              <p:nvPr/>
            </p:nvSpPr>
            <p:spPr>
              <a:xfrm>
                <a:off x="8653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6"/>
              <p:cNvSpPr/>
              <p:nvPr/>
            </p:nvSpPr>
            <p:spPr>
              <a:xfrm>
                <a:off x="-53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6"/>
              <p:cNvSpPr/>
              <p:nvPr/>
            </p:nvSpPr>
            <p:spPr>
              <a:xfrm>
                <a:off x="490500" y="296152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6"/>
              <p:cNvSpPr/>
              <p:nvPr/>
            </p:nvSpPr>
            <p:spPr>
              <a:xfrm>
                <a:off x="1034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6"/>
              <p:cNvSpPr/>
              <p:nvPr/>
            </p:nvSpPr>
            <p:spPr>
              <a:xfrm>
                <a:off x="1578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6"/>
              <p:cNvSpPr/>
              <p:nvPr/>
            </p:nvSpPr>
            <p:spPr>
              <a:xfrm>
                <a:off x="2123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6"/>
              <p:cNvSpPr/>
              <p:nvPr/>
            </p:nvSpPr>
            <p:spPr>
              <a:xfrm>
                <a:off x="2667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6"/>
              <p:cNvSpPr/>
              <p:nvPr/>
            </p:nvSpPr>
            <p:spPr>
              <a:xfrm>
                <a:off x="3211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6"/>
              <p:cNvSpPr/>
              <p:nvPr/>
            </p:nvSpPr>
            <p:spPr>
              <a:xfrm>
                <a:off x="3755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6"/>
              <p:cNvSpPr/>
              <p:nvPr/>
            </p:nvSpPr>
            <p:spPr>
              <a:xfrm>
                <a:off x="4299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6"/>
              <p:cNvSpPr/>
              <p:nvPr/>
            </p:nvSpPr>
            <p:spPr>
              <a:xfrm>
                <a:off x="4844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6"/>
              <p:cNvSpPr/>
              <p:nvPr/>
            </p:nvSpPr>
            <p:spPr>
              <a:xfrm>
                <a:off x="5388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6"/>
              <p:cNvSpPr/>
              <p:nvPr/>
            </p:nvSpPr>
            <p:spPr>
              <a:xfrm>
                <a:off x="5932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6"/>
              <p:cNvSpPr/>
              <p:nvPr/>
            </p:nvSpPr>
            <p:spPr>
              <a:xfrm>
                <a:off x="6476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6"/>
              <p:cNvSpPr/>
              <p:nvPr/>
            </p:nvSpPr>
            <p:spPr>
              <a:xfrm>
                <a:off x="7020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6"/>
              <p:cNvSpPr/>
              <p:nvPr/>
            </p:nvSpPr>
            <p:spPr>
              <a:xfrm>
                <a:off x="7565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6"/>
              <p:cNvSpPr/>
              <p:nvPr/>
            </p:nvSpPr>
            <p:spPr>
              <a:xfrm>
                <a:off x="8109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6"/>
              <p:cNvSpPr/>
              <p:nvPr/>
            </p:nvSpPr>
            <p:spPr>
              <a:xfrm>
                <a:off x="8653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6"/>
              <p:cNvSpPr/>
              <p:nvPr/>
            </p:nvSpPr>
            <p:spPr>
              <a:xfrm>
                <a:off x="-53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6"/>
              <p:cNvSpPr/>
              <p:nvPr/>
            </p:nvSpPr>
            <p:spPr>
              <a:xfrm>
                <a:off x="490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6"/>
              <p:cNvSpPr/>
              <p:nvPr/>
            </p:nvSpPr>
            <p:spPr>
              <a:xfrm>
                <a:off x="1034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6"/>
              <p:cNvSpPr/>
              <p:nvPr/>
            </p:nvSpPr>
            <p:spPr>
              <a:xfrm>
                <a:off x="1578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6"/>
              <p:cNvSpPr/>
              <p:nvPr/>
            </p:nvSpPr>
            <p:spPr>
              <a:xfrm>
                <a:off x="2123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6"/>
              <p:cNvSpPr/>
              <p:nvPr/>
            </p:nvSpPr>
            <p:spPr>
              <a:xfrm>
                <a:off x="2667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6"/>
              <p:cNvSpPr/>
              <p:nvPr/>
            </p:nvSpPr>
            <p:spPr>
              <a:xfrm>
                <a:off x="3211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6"/>
              <p:cNvSpPr/>
              <p:nvPr/>
            </p:nvSpPr>
            <p:spPr>
              <a:xfrm>
                <a:off x="3755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6"/>
              <p:cNvSpPr/>
              <p:nvPr/>
            </p:nvSpPr>
            <p:spPr>
              <a:xfrm>
                <a:off x="4299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6"/>
              <p:cNvSpPr/>
              <p:nvPr/>
            </p:nvSpPr>
            <p:spPr>
              <a:xfrm>
                <a:off x="4844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6"/>
              <p:cNvSpPr/>
              <p:nvPr/>
            </p:nvSpPr>
            <p:spPr>
              <a:xfrm>
                <a:off x="5388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6"/>
              <p:cNvSpPr/>
              <p:nvPr/>
            </p:nvSpPr>
            <p:spPr>
              <a:xfrm>
                <a:off x="5932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6"/>
              <p:cNvSpPr/>
              <p:nvPr/>
            </p:nvSpPr>
            <p:spPr>
              <a:xfrm>
                <a:off x="6476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6"/>
              <p:cNvSpPr/>
              <p:nvPr/>
            </p:nvSpPr>
            <p:spPr>
              <a:xfrm>
                <a:off x="7020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6"/>
              <p:cNvSpPr/>
              <p:nvPr/>
            </p:nvSpPr>
            <p:spPr>
              <a:xfrm>
                <a:off x="7565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6"/>
              <p:cNvSpPr/>
              <p:nvPr/>
            </p:nvSpPr>
            <p:spPr>
              <a:xfrm>
                <a:off x="8109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6"/>
              <p:cNvSpPr/>
              <p:nvPr/>
            </p:nvSpPr>
            <p:spPr>
              <a:xfrm>
                <a:off x="8653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6"/>
              <p:cNvSpPr/>
              <p:nvPr/>
            </p:nvSpPr>
            <p:spPr>
              <a:xfrm>
                <a:off x="-53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6"/>
              <p:cNvSpPr/>
              <p:nvPr/>
            </p:nvSpPr>
            <p:spPr>
              <a:xfrm>
                <a:off x="490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6"/>
              <p:cNvSpPr/>
              <p:nvPr/>
            </p:nvSpPr>
            <p:spPr>
              <a:xfrm>
                <a:off x="1034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6"/>
              <p:cNvSpPr/>
              <p:nvPr/>
            </p:nvSpPr>
            <p:spPr>
              <a:xfrm>
                <a:off x="1578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6"/>
              <p:cNvSpPr/>
              <p:nvPr/>
            </p:nvSpPr>
            <p:spPr>
              <a:xfrm>
                <a:off x="2123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6"/>
              <p:cNvSpPr/>
              <p:nvPr/>
            </p:nvSpPr>
            <p:spPr>
              <a:xfrm>
                <a:off x="2667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6"/>
              <p:cNvSpPr/>
              <p:nvPr/>
            </p:nvSpPr>
            <p:spPr>
              <a:xfrm>
                <a:off x="3211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6"/>
              <p:cNvSpPr/>
              <p:nvPr/>
            </p:nvSpPr>
            <p:spPr>
              <a:xfrm>
                <a:off x="3755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6"/>
              <p:cNvSpPr/>
              <p:nvPr/>
            </p:nvSpPr>
            <p:spPr>
              <a:xfrm>
                <a:off x="4299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6"/>
              <p:cNvSpPr/>
              <p:nvPr/>
            </p:nvSpPr>
            <p:spPr>
              <a:xfrm>
                <a:off x="4844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6"/>
              <p:cNvSpPr/>
              <p:nvPr/>
            </p:nvSpPr>
            <p:spPr>
              <a:xfrm>
                <a:off x="5388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6"/>
              <p:cNvSpPr/>
              <p:nvPr/>
            </p:nvSpPr>
            <p:spPr>
              <a:xfrm>
                <a:off x="5932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6"/>
              <p:cNvSpPr/>
              <p:nvPr/>
            </p:nvSpPr>
            <p:spPr>
              <a:xfrm>
                <a:off x="6476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6"/>
              <p:cNvSpPr/>
              <p:nvPr/>
            </p:nvSpPr>
            <p:spPr>
              <a:xfrm>
                <a:off x="7020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6"/>
              <p:cNvSpPr/>
              <p:nvPr/>
            </p:nvSpPr>
            <p:spPr>
              <a:xfrm>
                <a:off x="7565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6"/>
              <p:cNvSpPr/>
              <p:nvPr/>
            </p:nvSpPr>
            <p:spPr>
              <a:xfrm>
                <a:off x="8109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6"/>
              <p:cNvSpPr/>
              <p:nvPr/>
            </p:nvSpPr>
            <p:spPr>
              <a:xfrm>
                <a:off x="8653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6"/>
              <p:cNvSpPr/>
              <p:nvPr/>
            </p:nvSpPr>
            <p:spPr>
              <a:xfrm>
                <a:off x="3755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6"/>
              <p:cNvSpPr/>
              <p:nvPr/>
            </p:nvSpPr>
            <p:spPr>
              <a:xfrm>
                <a:off x="4299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6"/>
              <p:cNvSpPr/>
              <p:nvPr/>
            </p:nvSpPr>
            <p:spPr>
              <a:xfrm>
                <a:off x="4844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6"/>
              <p:cNvSpPr/>
              <p:nvPr/>
            </p:nvSpPr>
            <p:spPr>
              <a:xfrm>
                <a:off x="53883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6"/>
              <p:cNvSpPr/>
              <p:nvPr/>
            </p:nvSpPr>
            <p:spPr>
              <a:xfrm>
                <a:off x="8653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6"/>
              <p:cNvSpPr/>
              <p:nvPr/>
            </p:nvSpPr>
            <p:spPr>
              <a:xfrm>
                <a:off x="-53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6"/>
              <p:cNvSpPr/>
              <p:nvPr/>
            </p:nvSpPr>
            <p:spPr>
              <a:xfrm>
                <a:off x="490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6"/>
              <p:cNvSpPr/>
              <p:nvPr/>
            </p:nvSpPr>
            <p:spPr>
              <a:xfrm>
                <a:off x="1034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6"/>
              <p:cNvSpPr/>
              <p:nvPr/>
            </p:nvSpPr>
            <p:spPr>
              <a:xfrm>
                <a:off x="15789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6"/>
              <p:cNvSpPr/>
              <p:nvPr/>
            </p:nvSpPr>
            <p:spPr>
              <a:xfrm>
                <a:off x="2123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6"/>
              <p:cNvSpPr/>
              <p:nvPr/>
            </p:nvSpPr>
            <p:spPr>
              <a:xfrm>
                <a:off x="2667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6"/>
              <p:cNvSpPr/>
              <p:nvPr/>
            </p:nvSpPr>
            <p:spPr>
              <a:xfrm>
                <a:off x="3211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6"/>
              <p:cNvSpPr/>
              <p:nvPr/>
            </p:nvSpPr>
            <p:spPr>
              <a:xfrm>
                <a:off x="3755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6"/>
              <p:cNvSpPr/>
              <p:nvPr/>
            </p:nvSpPr>
            <p:spPr>
              <a:xfrm>
                <a:off x="42999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6"/>
              <p:cNvSpPr/>
              <p:nvPr/>
            </p:nvSpPr>
            <p:spPr>
              <a:xfrm>
                <a:off x="4844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6"/>
              <p:cNvSpPr/>
              <p:nvPr/>
            </p:nvSpPr>
            <p:spPr>
              <a:xfrm>
                <a:off x="5388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6"/>
              <p:cNvSpPr/>
              <p:nvPr/>
            </p:nvSpPr>
            <p:spPr>
              <a:xfrm>
                <a:off x="5932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6"/>
              <p:cNvSpPr/>
              <p:nvPr/>
            </p:nvSpPr>
            <p:spPr>
              <a:xfrm>
                <a:off x="6476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6"/>
              <p:cNvSpPr/>
              <p:nvPr/>
            </p:nvSpPr>
            <p:spPr>
              <a:xfrm>
                <a:off x="70209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6"/>
              <p:cNvSpPr/>
              <p:nvPr/>
            </p:nvSpPr>
            <p:spPr>
              <a:xfrm>
                <a:off x="7565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6"/>
              <p:cNvSpPr/>
              <p:nvPr/>
            </p:nvSpPr>
            <p:spPr>
              <a:xfrm>
                <a:off x="8109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6"/>
              <p:cNvSpPr/>
              <p:nvPr/>
            </p:nvSpPr>
            <p:spPr>
              <a:xfrm>
                <a:off x="-53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6"/>
              <p:cNvSpPr/>
              <p:nvPr/>
            </p:nvSpPr>
            <p:spPr>
              <a:xfrm>
                <a:off x="490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6"/>
              <p:cNvSpPr/>
              <p:nvPr/>
            </p:nvSpPr>
            <p:spPr>
              <a:xfrm>
                <a:off x="1034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6"/>
              <p:cNvSpPr/>
              <p:nvPr/>
            </p:nvSpPr>
            <p:spPr>
              <a:xfrm>
                <a:off x="1578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6"/>
              <p:cNvSpPr/>
              <p:nvPr/>
            </p:nvSpPr>
            <p:spPr>
              <a:xfrm>
                <a:off x="2123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6"/>
              <p:cNvSpPr/>
              <p:nvPr/>
            </p:nvSpPr>
            <p:spPr>
              <a:xfrm>
                <a:off x="2667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6"/>
              <p:cNvSpPr/>
              <p:nvPr/>
            </p:nvSpPr>
            <p:spPr>
              <a:xfrm>
                <a:off x="3211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6"/>
              <p:cNvSpPr/>
              <p:nvPr/>
            </p:nvSpPr>
            <p:spPr>
              <a:xfrm>
                <a:off x="3755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6"/>
              <p:cNvSpPr/>
              <p:nvPr/>
            </p:nvSpPr>
            <p:spPr>
              <a:xfrm>
                <a:off x="4299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6"/>
              <p:cNvSpPr/>
              <p:nvPr/>
            </p:nvSpPr>
            <p:spPr>
              <a:xfrm>
                <a:off x="4844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6"/>
              <p:cNvSpPr/>
              <p:nvPr/>
            </p:nvSpPr>
            <p:spPr>
              <a:xfrm>
                <a:off x="5388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6"/>
              <p:cNvSpPr/>
              <p:nvPr/>
            </p:nvSpPr>
            <p:spPr>
              <a:xfrm>
                <a:off x="5932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6"/>
              <p:cNvSpPr/>
              <p:nvPr/>
            </p:nvSpPr>
            <p:spPr>
              <a:xfrm>
                <a:off x="6476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6"/>
              <p:cNvSpPr/>
              <p:nvPr/>
            </p:nvSpPr>
            <p:spPr>
              <a:xfrm>
                <a:off x="7020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6"/>
              <p:cNvSpPr/>
              <p:nvPr/>
            </p:nvSpPr>
            <p:spPr>
              <a:xfrm>
                <a:off x="7565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6"/>
              <p:cNvSpPr/>
              <p:nvPr/>
            </p:nvSpPr>
            <p:spPr>
              <a:xfrm>
                <a:off x="8109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6"/>
              <p:cNvSpPr/>
              <p:nvPr/>
            </p:nvSpPr>
            <p:spPr>
              <a:xfrm>
                <a:off x="8653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6"/>
              <p:cNvSpPr/>
              <p:nvPr/>
            </p:nvSpPr>
            <p:spPr>
              <a:xfrm>
                <a:off x="-53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6"/>
              <p:cNvSpPr/>
              <p:nvPr/>
            </p:nvSpPr>
            <p:spPr>
              <a:xfrm>
                <a:off x="490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6"/>
              <p:cNvSpPr/>
              <p:nvPr/>
            </p:nvSpPr>
            <p:spPr>
              <a:xfrm>
                <a:off x="1034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6"/>
              <p:cNvSpPr/>
              <p:nvPr/>
            </p:nvSpPr>
            <p:spPr>
              <a:xfrm>
                <a:off x="1578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6"/>
              <p:cNvSpPr/>
              <p:nvPr/>
            </p:nvSpPr>
            <p:spPr>
              <a:xfrm>
                <a:off x="21231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6"/>
              <p:cNvSpPr/>
              <p:nvPr/>
            </p:nvSpPr>
            <p:spPr>
              <a:xfrm>
                <a:off x="26673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6"/>
              <p:cNvSpPr/>
              <p:nvPr/>
            </p:nvSpPr>
            <p:spPr>
              <a:xfrm>
                <a:off x="3211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6"/>
              <p:cNvSpPr/>
              <p:nvPr/>
            </p:nvSpPr>
            <p:spPr>
              <a:xfrm>
                <a:off x="3755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6"/>
              <p:cNvSpPr/>
              <p:nvPr/>
            </p:nvSpPr>
            <p:spPr>
              <a:xfrm>
                <a:off x="4299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6"/>
              <p:cNvSpPr/>
              <p:nvPr/>
            </p:nvSpPr>
            <p:spPr>
              <a:xfrm>
                <a:off x="48441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6"/>
              <p:cNvSpPr/>
              <p:nvPr/>
            </p:nvSpPr>
            <p:spPr>
              <a:xfrm>
                <a:off x="53883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6"/>
              <p:cNvSpPr/>
              <p:nvPr/>
            </p:nvSpPr>
            <p:spPr>
              <a:xfrm>
                <a:off x="5932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6"/>
              <p:cNvSpPr/>
              <p:nvPr/>
            </p:nvSpPr>
            <p:spPr>
              <a:xfrm>
                <a:off x="6476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6"/>
              <p:cNvSpPr/>
              <p:nvPr/>
            </p:nvSpPr>
            <p:spPr>
              <a:xfrm>
                <a:off x="7020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6"/>
              <p:cNvSpPr/>
              <p:nvPr/>
            </p:nvSpPr>
            <p:spPr>
              <a:xfrm>
                <a:off x="75651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6"/>
              <p:cNvSpPr/>
              <p:nvPr/>
            </p:nvSpPr>
            <p:spPr>
              <a:xfrm>
                <a:off x="8109300" y="-30367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6"/>
              <p:cNvSpPr/>
              <p:nvPr/>
            </p:nvSpPr>
            <p:spPr>
              <a:xfrm>
                <a:off x="8653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2" name="Google Shape;882;p6"/>
            <p:cNvSpPr/>
            <p:nvPr/>
          </p:nvSpPr>
          <p:spPr>
            <a:xfrm>
              <a:off x="8653500" y="939150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6"/>
            <p:cNvSpPr/>
            <p:nvPr/>
          </p:nvSpPr>
          <p:spPr>
            <a:xfrm>
              <a:off x="-53700" y="4204350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4" name="Google Shape;884;p6"/>
          <p:cNvSpPr txBox="1">
            <a:spLocks noGrp="1"/>
          </p:cNvSpPr>
          <p:nvPr>
            <p:ph type="title"/>
          </p:nvPr>
        </p:nvSpPr>
        <p:spPr>
          <a:xfrm>
            <a:off x="807175" y="663200"/>
            <a:ext cx="7529700" cy="545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6"/>
          <p:cNvSpPr/>
          <p:nvPr/>
        </p:nvSpPr>
        <p:spPr>
          <a:xfrm>
            <a:off x="807150" y="1490150"/>
            <a:ext cx="7529700" cy="3104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3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3" name="Google Shape;3733;p25"/>
          <p:cNvGrpSpPr/>
          <p:nvPr/>
        </p:nvGrpSpPr>
        <p:grpSpPr>
          <a:xfrm>
            <a:off x="-53625" y="-149250"/>
            <a:ext cx="9251400" cy="5442000"/>
            <a:chOff x="-53700" y="-149250"/>
            <a:chExt cx="9251400" cy="5442000"/>
          </a:xfrm>
        </p:grpSpPr>
        <p:grpSp>
          <p:nvGrpSpPr>
            <p:cNvPr id="3734" name="Google Shape;3734;p25"/>
            <p:cNvGrpSpPr/>
            <p:nvPr/>
          </p:nvGrpSpPr>
          <p:grpSpPr>
            <a:xfrm>
              <a:off x="-53700" y="-149250"/>
              <a:ext cx="9251400" cy="5442000"/>
              <a:chOff x="-53700" y="-303675"/>
              <a:chExt cx="9251400" cy="5442000"/>
            </a:xfrm>
          </p:grpSpPr>
          <p:sp>
            <p:nvSpPr>
              <p:cNvPr id="3735" name="Google Shape;3735;p25"/>
              <p:cNvSpPr/>
              <p:nvPr/>
            </p:nvSpPr>
            <p:spPr>
              <a:xfrm>
                <a:off x="2123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25"/>
              <p:cNvSpPr/>
              <p:nvPr/>
            </p:nvSpPr>
            <p:spPr>
              <a:xfrm>
                <a:off x="2667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25"/>
              <p:cNvSpPr/>
              <p:nvPr/>
            </p:nvSpPr>
            <p:spPr>
              <a:xfrm>
                <a:off x="3211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25"/>
              <p:cNvSpPr/>
              <p:nvPr/>
            </p:nvSpPr>
            <p:spPr>
              <a:xfrm>
                <a:off x="3755700" y="350572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9" name="Google Shape;3739;p25"/>
              <p:cNvSpPr/>
              <p:nvPr/>
            </p:nvSpPr>
            <p:spPr>
              <a:xfrm>
                <a:off x="-53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0" name="Google Shape;3740;p25"/>
              <p:cNvSpPr/>
              <p:nvPr/>
            </p:nvSpPr>
            <p:spPr>
              <a:xfrm>
                <a:off x="490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1" name="Google Shape;3741;p25"/>
              <p:cNvSpPr/>
              <p:nvPr/>
            </p:nvSpPr>
            <p:spPr>
              <a:xfrm>
                <a:off x="1034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2" name="Google Shape;3742;p25"/>
              <p:cNvSpPr/>
              <p:nvPr/>
            </p:nvSpPr>
            <p:spPr>
              <a:xfrm>
                <a:off x="1578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3" name="Google Shape;3743;p25"/>
              <p:cNvSpPr/>
              <p:nvPr/>
            </p:nvSpPr>
            <p:spPr>
              <a:xfrm>
                <a:off x="2123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4" name="Google Shape;3744;p25"/>
              <p:cNvSpPr/>
              <p:nvPr/>
            </p:nvSpPr>
            <p:spPr>
              <a:xfrm>
                <a:off x="26673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5" name="Google Shape;3745;p25"/>
              <p:cNvSpPr/>
              <p:nvPr/>
            </p:nvSpPr>
            <p:spPr>
              <a:xfrm>
                <a:off x="3211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6" name="Google Shape;3746;p25"/>
              <p:cNvSpPr/>
              <p:nvPr/>
            </p:nvSpPr>
            <p:spPr>
              <a:xfrm>
                <a:off x="5932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7" name="Google Shape;3747;p25"/>
              <p:cNvSpPr/>
              <p:nvPr/>
            </p:nvSpPr>
            <p:spPr>
              <a:xfrm>
                <a:off x="6476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8" name="Google Shape;3748;p25"/>
              <p:cNvSpPr/>
              <p:nvPr/>
            </p:nvSpPr>
            <p:spPr>
              <a:xfrm>
                <a:off x="7020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9" name="Google Shape;3749;p25"/>
              <p:cNvSpPr/>
              <p:nvPr/>
            </p:nvSpPr>
            <p:spPr>
              <a:xfrm>
                <a:off x="7565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0" name="Google Shape;3750;p25"/>
              <p:cNvSpPr/>
              <p:nvPr/>
            </p:nvSpPr>
            <p:spPr>
              <a:xfrm>
                <a:off x="8109300" y="132892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1" name="Google Shape;3751;p25"/>
              <p:cNvSpPr/>
              <p:nvPr/>
            </p:nvSpPr>
            <p:spPr>
              <a:xfrm>
                <a:off x="-53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2" name="Google Shape;3752;p25"/>
              <p:cNvSpPr/>
              <p:nvPr/>
            </p:nvSpPr>
            <p:spPr>
              <a:xfrm>
                <a:off x="490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3" name="Google Shape;3753;p25"/>
              <p:cNvSpPr/>
              <p:nvPr/>
            </p:nvSpPr>
            <p:spPr>
              <a:xfrm>
                <a:off x="1034700" y="459412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4" name="Google Shape;3754;p25"/>
              <p:cNvSpPr/>
              <p:nvPr/>
            </p:nvSpPr>
            <p:spPr>
              <a:xfrm>
                <a:off x="1578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5" name="Google Shape;3755;p25"/>
              <p:cNvSpPr/>
              <p:nvPr/>
            </p:nvSpPr>
            <p:spPr>
              <a:xfrm>
                <a:off x="2123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6" name="Google Shape;3756;p25"/>
              <p:cNvSpPr/>
              <p:nvPr/>
            </p:nvSpPr>
            <p:spPr>
              <a:xfrm>
                <a:off x="2667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7" name="Google Shape;3757;p25"/>
              <p:cNvSpPr/>
              <p:nvPr/>
            </p:nvSpPr>
            <p:spPr>
              <a:xfrm>
                <a:off x="3211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8" name="Google Shape;3758;p25"/>
              <p:cNvSpPr/>
              <p:nvPr/>
            </p:nvSpPr>
            <p:spPr>
              <a:xfrm>
                <a:off x="3755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9" name="Google Shape;3759;p25"/>
              <p:cNvSpPr/>
              <p:nvPr/>
            </p:nvSpPr>
            <p:spPr>
              <a:xfrm>
                <a:off x="4299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0" name="Google Shape;3760;p25"/>
              <p:cNvSpPr/>
              <p:nvPr/>
            </p:nvSpPr>
            <p:spPr>
              <a:xfrm>
                <a:off x="4844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1" name="Google Shape;3761;p25"/>
              <p:cNvSpPr/>
              <p:nvPr/>
            </p:nvSpPr>
            <p:spPr>
              <a:xfrm>
                <a:off x="5388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2" name="Google Shape;3762;p25"/>
              <p:cNvSpPr/>
              <p:nvPr/>
            </p:nvSpPr>
            <p:spPr>
              <a:xfrm>
                <a:off x="5932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3" name="Google Shape;3763;p25"/>
              <p:cNvSpPr/>
              <p:nvPr/>
            </p:nvSpPr>
            <p:spPr>
              <a:xfrm>
                <a:off x="6476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4" name="Google Shape;3764;p25"/>
              <p:cNvSpPr/>
              <p:nvPr/>
            </p:nvSpPr>
            <p:spPr>
              <a:xfrm>
                <a:off x="7020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5" name="Google Shape;3765;p25"/>
              <p:cNvSpPr/>
              <p:nvPr/>
            </p:nvSpPr>
            <p:spPr>
              <a:xfrm>
                <a:off x="7565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6" name="Google Shape;3766;p25"/>
              <p:cNvSpPr/>
              <p:nvPr/>
            </p:nvSpPr>
            <p:spPr>
              <a:xfrm>
                <a:off x="8109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7" name="Google Shape;3767;p25"/>
              <p:cNvSpPr/>
              <p:nvPr/>
            </p:nvSpPr>
            <p:spPr>
              <a:xfrm>
                <a:off x="8653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8" name="Google Shape;3768;p25"/>
              <p:cNvSpPr/>
              <p:nvPr/>
            </p:nvSpPr>
            <p:spPr>
              <a:xfrm>
                <a:off x="490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9" name="Google Shape;3769;p25"/>
              <p:cNvSpPr/>
              <p:nvPr/>
            </p:nvSpPr>
            <p:spPr>
              <a:xfrm>
                <a:off x="1034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0" name="Google Shape;3770;p25"/>
              <p:cNvSpPr/>
              <p:nvPr/>
            </p:nvSpPr>
            <p:spPr>
              <a:xfrm>
                <a:off x="1578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1" name="Google Shape;3771;p25"/>
              <p:cNvSpPr/>
              <p:nvPr/>
            </p:nvSpPr>
            <p:spPr>
              <a:xfrm>
                <a:off x="2123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2" name="Google Shape;3772;p25"/>
              <p:cNvSpPr/>
              <p:nvPr/>
            </p:nvSpPr>
            <p:spPr>
              <a:xfrm>
                <a:off x="2667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3" name="Google Shape;3773;p25"/>
              <p:cNvSpPr/>
              <p:nvPr/>
            </p:nvSpPr>
            <p:spPr>
              <a:xfrm>
                <a:off x="3211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4" name="Google Shape;3774;p25"/>
              <p:cNvSpPr/>
              <p:nvPr/>
            </p:nvSpPr>
            <p:spPr>
              <a:xfrm>
                <a:off x="3755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5" name="Google Shape;3775;p25"/>
              <p:cNvSpPr/>
              <p:nvPr/>
            </p:nvSpPr>
            <p:spPr>
              <a:xfrm>
                <a:off x="4299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6" name="Google Shape;3776;p25"/>
              <p:cNvSpPr/>
              <p:nvPr/>
            </p:nvSpPr>
            <p:spPr>
              <a:xfrm>
                <a:off x="4844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7" name="Google Shape;3777;p25"/>
              <p:cNvSpPr/>
              <p:nvPr/>
            </p:nvSpPr>
            <p:spPr>
              <a:xfrm>
                <a:off x="5388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8" name="Google Shape;3778;p25"/>
              <p:cNvSpPr/>
              <p:nvPr/>
            </p:nvSpPr>
            <p:spPr>
              <a:xfrm>
                <a:off x="5932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9" name="Google Shape;3779;p25"/>
              <p:cNvSpPr/>
              <p:nvPr/>
            </p:nvSpPr>
            <p:spPr>
              <a:xfrm>
                <a:off x="6476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0" name="Google Shape;3780;p25"/>
              <p:cNvSpPr/>
              <p:nvPr/>
            </p:nvSpPr>
            <p:spPr>
              <a:xfrm>
                <a:off x="7020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1" name="Google Shape;3781;p25"/>
              <p:cNvSpPr/>
              <p:nvPr/>
            </p:nvSpPr>
            <p:spPr>
              <a:xfrm>
                <a:off x="7565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2" name="Google Shape;3782;p25"/>
              <p:cNvSpPr/>
              <p:nvPr/>
            </p:nvSpPr>
            <p:spPr>
              <a:xfrm>
                <a:off x="8109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3" name="Google Shape;3783;p25"/>
              <p:cNvSpPr/>
              <p:nvPr/>
            </p:nvSpPr>
            <p:spPr>
              <a:xfrm>
                <a:off x="8653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4" name="Google Shape;3784;p25"/>
              <p:cNvSpPr/>
              <p:nvPr/>
            </p:nvSpPr>
            <p:spPr>
              <a:xfrm>
                <a:off x="-53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5" name="Google Shape;3785;p25"/>
              <p:cNvSpPr/>
              <p:nvPr/>
            </p:nvSpPr>
            <p:spPr>
              <a:xfrm>
                <a:off x="490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25"/>
              <p:cNvSpPr/>
              <p:nvPr/>
            </p:nvSpPr>
            <p:spPr>
              <a:xfrm>
                <a:off x="1034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25"/>
              <p:cNvSpPr/>
              <p:nvPr/>
            </p:nvSpPr>
            <p:spPr>
              <a:xfrm>
                <a:off x="1578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25"/>
              <p:cNvSpPr/>
              <p:nvPr/>
            </p:nvSpPr>
            <p:spPr>
              <a:xfrm>
                <a:off x="4299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25"/>
              <p:cNvSpPr/>
              <p:nvPr/>
            </p:nvSpPr>
            <p:spPr>
              <a:xfrm>
                <a:off x="4844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25"/>
              <p:cNvSpPr/>
              <p:nvPr/>
            </p:nvSpPr>
            <p:spPr>
              <a:xfrm>
                <a:off x="5388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25"/>
              <p:cNvSpPr/>
              <p:nvPr/>
            </p:nvSpPr>
            <p:spPr>
              <a:xfrm>
                <a:off x="5932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25"/>
              <p:cNvSpPr/>
              <p:nvPr/>
            </p:nvSpPr>
            <p:spPr>
              <a:xfrm>
                <a:off x="6476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25"/>
              <p:cNvSpPr/>
              <p:nvPr/>
            </p:nvSpPr>
            <p:spPr>
              <a:xfrm>
                <a:off x="7020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25"/>
              <p:cNvSpPr/>
              <p:nvPr/>
            </p:nvSpPr>
            <p:spPr>
              <a:xfrm>
                <a:off x="7565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25"/>
              <p:cNvSpPr/>
              <p:nvPr/>
            </p:nvSpPr>
            <p:spPr>
              <a:xfrm>
                <a:off x="8109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25"/>
              <p:cNvSpPr/>
              <p:nvPr/>
            </p:nvSpPr>
            <p:spPr>
              <a:xfrm>
                <a:off x="8653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25"/>
              <p:cNvSpPr/>
              <p:nvPr/>
            </p:nvSpPr>
            <p:spPr>
              <a:xfrm>
                <a:off x="-53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25"/>
              <p:cNvSpPr/>
              <p:nvPr/>
            </p:nvSpPr>
            <p:spPr>
              <a:xfrm>
                <a:off x="490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25"/>
              <p:cNvSpPr/>
              <p:nvPr/>
            </p:nvSpPr>
            <p:spPr>
              <a:xfrm>
                <a:off x="1034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25"/>
              <p:cNvSpPr/>
              <p:nvPr/>
            </p:nvSpPr>
            <p:spPr>
              <a:xfrm>
                <a:off x="1578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25"/>
              <p:cNvSpPr/>
              <p:nvPr/>
            </p:nvSpPr>
            <p:spPr>
              <a:xfrm>
                <a:off x="2123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2" name="Google Shape;3802;p25"/>
              <p:cNvSpPr/>
              <p:nvPr/>
            </p:nvSpPr>
            <p:spPr>
              <a:xfrm>
                <a:off x="2667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25"/>
              <p:cNvSpPr/>
              <p:nvPr/>
            </p:nvSpPr>
            <p:spPr>
              <a:xfrm>
                <a:off x="3211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25"/>
              <p:cNvSpPr/>
              <p:nvPr/>
            </p:nvSpPr>
            <p:spPr>
              <a:xfrm>
                <a:off x="3755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25"/>
              <p:cNvSpPr/>
              <p:nvPr/>
            </p:nvSpPr>
            <p:spPr>
              <a:xfrm>
                <a:off x="4299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25"/>
              <p:cNvSpPr/>
              <p:nvPr/>
            </p:nvSpPr>
            <p:spPr>
              <a:xfrm>
                <a:off x="4844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25"/>
              <p:cNvSpPr/>
              <p:nvPr/>
            </p:nvSpPr>
            <p:spPr>
              <a:xfrm>
                <a:off x="5388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25"/>
              <p:cNvSpPr/>
              <p:nvPr/>
            </p:nvSpPr>
            <p:spPr>
              <a:xfrm>
                <a:off x="5932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25"/>
              <p:cNvSpPr/>
              <p:nvPr/>
            </p:nvSpPr>
            <p:spPr>
              <a:xfrm>
                <a:off x="6476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25"/>
              <p:cNvSpPr/>
              <p:nvPr/>
            </p:nvSpPr>
            <p:spPr>
              <a:xfrm>
                <a:off x="7020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25"/>
              <p:cNvSpPr/>
              <p:nvPr/>
            </p:nvSpPr>
            <p:spPr>
              <a:xfrm>
                <a:off x="7565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25"/>
              <p:cNvSpPr/>
              <p:nvPr/>
            </p:nvSpPr>
            <p:spPr>
              <a:xfrm>
                <a:off x="8109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25"/>
              <p:cNvSpPr/>
              <p:nvPr/>
            </p:nvSpPr>
            <p:spPr>
              <a:xfrm>
                <a:off x="8653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25"/>
              <p:cNvSpPr/>
              <p:nvPr/>
            </p:nvSpPr>
            <p:spPr>
              <a:xfrm>
                <a:off x="-53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25"/>
              <p:cNvSpPr/>
              <p:nvPr/>
            </p:nvSpPr>
            <p:spPr>
              <a:xfrm>
                <a:off x="490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25"/>
              <p:cNvSpPr/>
              <p:nvPr/>
            </p:nvSpPr>
            <p:spPr>
              <a:xfrm>
                <a:off x="1034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25"/>
              <p:cNvSpPr/>
              <p:nvPr/>
            </p:nvSpPr>
            <p:spPr>
              <a:xfrm>
                <a:off x="1578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25"/>
              <p:cNvSpPr/>
              <p:nvPr/>
            </p:nvSpPr>
            <p:spPr>
              <a:xfrm>
                <a:off x="2123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25"/>
              <p:cNvSpPr/>
              <p:nvPr/>
            </p:nvSpPr>
            <p:spPr>
              <a:xfrm>
                <a:off x="2667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25"/>
              <p:cNvSpPr/>
              <p:nvPr/>
            </p:nvSpPr>
            <p:spPr>
              <a:xfrm>
                <a:off x="3211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25"/>
              <p:cNvSpPr/>
              <p:nvPr/>
            </p:nvSpPr>
            <p:spPr>
              <a:xfrm>
                <a:off x="3755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25"/>
              <p:cNvSpPr/>
              <p:nvPr/>
            </p:nvSpPr>
            <p:spPr>
              <a:xfrm>
                <a:off x="4299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25"/>
              <p:cNvSpPr/>
              <p:nvPr/>
            </p:nvSpPr>
            <p:spPr>
              <a:xfrm>
                <a:off x="4844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25"/>
              <p:cNvSpPr/>
              <p:nvPr/>
            </p:nvSpPr>
            <p:spPr>
              <a:xfrm>
                <a:off x="5388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25"/>
              <p:cNvSpPr/>
              <p:nvPr/>
            </p:nvSpPr>
            <p:spPr>
              <a:xfrm>
                <a:off x="5932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25"/>
              <p:cNvSpPr/>
              <p:nvPr/>
            </p:nvSpPr>
            <p:spPr>
              <a:xfrm>
                <a:off x="6476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25"/>
              <p:cNvSpPr/>
              <p:nvPr/>
            </p:nvSpPr>
            <p:spPr>
              <a:xfrm>
                <a:off x="7020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25"/>
              <p:cNvSpPr/>
              <p:nvPr/>
            </p:nvSpPr>
            <p:spPr>
              <a:xfrm>
                <a:off x="7565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25"/>
              <p:cNvSpPr/>
              <p:nvPr/>
            </p:nvSpPr>
            <p:spPr>
              <a:xfrm>
                <a:off x="8109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25"/>
              <p:cNvSpPr/>
              <p:nvPr/>
            </p:nvSpPr>
            <p:spPr>
              <a:xfrm>
                <a:off x="8653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25"/>
              <p:cNvSpPr/>
              <p:nvPr/>
            </p:nvSpPr>
            <p:spPr>
              <a:xfrm>
                <a:off x="-53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25"/>
              <p:cNvSpPr/>
              <p:nvPr/>
            </p:nvSpPr>
            <p:spPr>
              <a:xfrm>
                <a:off x="490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25"/>
              <p:cNvSpPr/>
              <p:nvPr/>
            </p:nvSpPr>
            <p:spPr>
              <a:xfrm>
                <a:off x="1034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25"/>
              <p:cNvSpPr/>
              <p:nvPr/>
            </p:nvSpPr>
            <p:spPr>
              <a:xfrm>
                <a:off x="1578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25"/>
              <p:cNvSpPr/>
              <p:nvPr/>
            </p:nvSpPr>
            <p:spPr>
              <a:xfrm>
                <a:off x="2123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25"/>
              <p:cNvSpPr/>
              <p:nvPr/>
            </p:nvSpPr>
            <p:spPr>
              <a:xfrm>
                <a:off x="2667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7" name="Google Shape;3837;p25"/>
              <p:cNvSpPr/>
              <p:nvPr/>
            </p:nvSpPr>
            <p:spPr>
              <a:xfrm>
                <a:off x="3211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8" name="Google Shape;3838;p25"/>
              <p:cNvSpPr/>
              <p:nvPr/>
            </p:nvSpPr>
            <p:spPr>
              <a:xfrm>
                <a:off x="3755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25"/>
              <p:cNvSpPr/>
              <p:nvPr/>
            </p:nvSpPr>
            <p:spPr>
              <a:xfrm>
                <a:off x="4299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0" name="Google Shape;3840;p25"/>
              <p:cNvSpPr/>
              <p:nvPr/>
            </p:nvSpPr>
            <p:spPr>
              <a:xfrm>
                <a:off x="4844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25"/>
              <p:cNvSpPr/>
              <p:nvPr/>
            </p:nvSpPr>
            <p:spPr>
              <a:xfrm>
                <a:off x="5388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25"/>
              <p:cNvSpPr/>
              <p:nvPr/>
            </p:nvSpPr>
            <p:spPr>
              <a:xfrm>
                <a:off x="5932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25"/>
              <p:cNvSpPr/>
              <p:nvPr/>
            </p:nvSpPr>
            <p:spPr>
              <a:xfrm>
                <a:off x="6476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25"/>
              <p:cNvSpPr/>
              <p:nvPr/>
            </p:nvSpPr>
            <p:spPr>
              <a:xfrm>
                <a:off x="7020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25"/>
              <p:cNvSpPr/>
              <p:nvPr/>
            </p:nvSpPr>
            <p:spPr>
              <a:xfrm>
                <a:off x="7565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25"/>
              <p:cNvSpPr/>
              <p:nvPr/>
            </p:nvSpPr>
            <p:spPr>
              <a:xfrm>
                <a:off x="8109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25"/>
              <p:cNvSpPr/>
              <p:nvPr/>
            </p:nvSpPr>
            <p:spPr>
              <a:xfrm>
                <a:off x="8653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25"/>
              <p:cNvSpPr/>
              <p:nvPr/>
            </p:nvSpPr>
            <p:spPr>
              <a:xfrm>
                <a:off x="3755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25"/>
              <p:cNvSpPr/>
              <p:nvPr/>
            </p:nvSpPr>
            <p:spPr>
              <a:xfrm>
                <a:off x="4299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25"/>
              <p:cNvSpPr/>
              <p:nvPr/>
            </p:nvSpPr>
            <p:spPr>
              <a:xfrm>
                <a:off x="4844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25"/>
              <p:cNvSpPr/>
              <p:nvPr/>
            </p:nvSpPr>
            <p:spPr>
              <a:xfrm>
                <a:off x="53883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25"/>
              <p:cNvSpPr/>
              <p:nvPr/>
            </p:nvSpPr>
            <p:spPr>
              <a:xfrm>
                <a:off x="8653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25"/>
              <p:cNvSpPr/>
              <p:nvPr/>
            </p:nvSpPr>
            <p:spPr>
              <a:xfrm>
                <a:off x="-53700" y="78472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25"/>
              <p:cNvSpPr/>
              <p:nvPr/>
            </p:nvSpPr>
            <p:spPr>
              <a:xfrm>
                <a:off x="490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25"/>
              <p:cNvSpPr/>
              <p:nvPr/>
            </p:nvSpPr>
            <p:spPr>
              <a:xfrm>
                <a:off x="1034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25"/>
              <p:cNvSpPr/>
              <p:nvPr/>
            </p:nvSpPr>
            <p:spPr>
              <a:xfrm>
                <a:off x="15789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25"/>
              <p:cNvSpPr/>
              <p:nvPr/>
            </p:nvSpPr>
            <p:spPr>
              <a:xfrm>
                <a:off x="2123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25"/>
              <p:cNvSpPr/>
              <p:nvPr/>
            </p:nvSpPr>
            <p:spPr>
              <a:xfrm>
                <a:off x="2667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25"/>
              <p:cNvSpPr/>
              <p:nvPr/>
            </p:nvSpPr>
            <p:spPr>
              <a:xfrm>
                <a:off x="3211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25"/>
              <p:cNvSpPr/>
              <p:nvPr/>
            </p:nvSpPr>
            <p:spPr>
              <a:xfrm>
                <a:off x="3755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25"/>
              <p:cNvSpPr/>
              <p:nvPr/>
            </p:nvSpPr>
            <p:spPr>
              <a:xfrm>
                <a:off x="42999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25"/>
              <p:cNvSpPr/>
              <p:nvPr/>
            </p:nvSpPr>
            <p:spPr>
              <a:xfrm>
                <a:off x="4844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25"/>
              <p:cNvSpPr/>
              <p:nvPr/>
            </p:nvSpPr>
            <p:spPr>
              <a:xfrm>
                <a:off x="5388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25"/>
              <p:cNvSpPr/>
              <p:nvPr/>
            </p:nvSpPr>
            <p:spPr>
              <a:xfrm>
                <a:off x="5932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25"/>
              <p:cNvSpPr/>
              <p:nvPr/>
            </p:nvSpPr>
            <p:spPr>
              <a:xfrm>
                <a:off x="6476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25"/>
              <p:cNvSpPr/>
              <p:nvPr/>
            </p:nvSpPr>
            <p:spPr>
              <a:xfrm>
                <a:off x="70209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25"/>
              <p:cNvSpPr/>
              <p:nvPr/>
            </p:nvSpPr>
            <p:spPr>
              <a:xfrm>
                <a:off x="7565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25"/>
              <p:cNvSpPr/>
              <p:nvPr/>
            </p:nvSpPr>
            <p:spPr>
              <a:xfrm>
                <a:off x="8109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25"/>
              <p:cNvSpPr/>
              <p:nvPr/>
            </p:nvSpPr>
            <p:spPr>
              <a:xfrm>
                <a:off x="-53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25"/>
              <p:cNvSpPr/>
              <p:nvPr/>
            </p:nvSpPr>
            <p:spPr>
              <a:xfrm>
                <a:off x="490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25"/>
              <p:cNvSpPr/>
              <p:nvPr/>
            </p:nvSpPr>
            <p:spPr>
              <a:xfrm>
                <a:off x="1034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25"/>
              <p:cNvSpPr/>
              <p:nvPr/>
            </p:nvSpPr>
            <p:spPr>
              <a:xfrm>
                <a:off x="1578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25"/>
              <p:cNvSpPr/>
              <p:nvPr/>
            </p:nvSpPr>
            <p:spPr>
              <a:xfrm>
                <a:off x="2123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25"/>
              <p:cNvSpPr/>
              <p:nvPr/>
            </p:nvSpPr>
            <p:spPr>
              <a:xfrm>
                <a:off x="2667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25"/>
              <p:cNvSpPr/>
              <p:nvPr/>
            </p:nvSpPr>
            <p:spPr>
              <a:xfrm>
                <a:off x="3211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25"/>
              <p:cNvSpPr/>
              <p:nvPr/>
            </p:nvSpPr>
            <p:spPr>
              <a:xfrm>
                <a:off x="3755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7" name="Google Shape;3877;p25"/>
              <p:cNvSpPr/>
              <p:nvPr/>
            </p:nvSpPr>
            <p:spPr>
              <a:xfrm>
                <a:off x="4299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8" name="Google Shape;3878;p25"/>
              <p:cNvSpPr/>
              <p:nvPr/>
            </p:nvSpPr>
            <p:spPr>
              <a:xfrm>
                <a:off x="4844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9" name="Google Shape;3879;p25"/>
              <p:cNvSpPr/>
              <p:nvPr/>
            </p:nvSpPr>
            <p:spPr>
              <a:xfrm>
                <a:off x="5388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25"/>
              <p:cNvSpPr/>
              <p:nvPr/>
            </p:nvSpPr>
            <p:spPr>
              <a:xfrm>
                <a:off x="5932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1" name="Google Shape;3881;p25"/>
              <p:cNvSpPr/>
              <p:nvPr/>
            </p:nvSpPr>
            <p:spPr>
              <a:xfrm>
                <a:off x="6476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2" name="Google Shape;3882;p25"/>
              <p:cNvSpPr/>
              <p:nvPr/>
            </p:nvSpPr>
            <p:spPr>
              <a:xfrm>
                <a:off x="7020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25"/>
              <p:cNvSpPr/>
              <p:nvPr/>
            </p:nvSpPr>
            <p:spPr>
              <a:xfrm>
                <a:off x="7565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25"/>
              <p:cNvSpPr/>
              <p:nvPr/>
            </p:nvSpPr>
            <p:spPr>
              <a:xfrm>
                <a:off x="8109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25"/>
              <p:cNvSpPr/>
              <p:nvPr/>
            </p:nvSpPr>
            <p:spPr>
              <a:xfrm>
                <a:off x="8653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25"/>
              <p:cNvSpPr/>
              <p:nvPr/>
            </p:nvSpPr>
            <p:spPr>
              <a:xfrm>
                <a:off x="-53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25"/>
              <p:cNvSpPr/>
              <p:nvPr/>
            </p:nvSpPr>
            <p:spPr>
              <a:xfrm>
                <a:off x="490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25"/>
              <p:cNvSpPr/>
              <p:nvPr/>
            </p:nvSpPr>
            <p:spPr>
              <a:xfrm>
                <a:off x="1034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25"/>
              <p:cNvSpPr/>
              <p:nvPr/>
            </p:nvSpPr>
            <p:spPr>
              <a:xfrm>
                <a:off x="1578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25"/>
              <p:cNvSpPr/>
              <p:nvPr/>
            </p:nvSpPr>
            <p:spPr>
              <a:xfrm>
                <a:off x="21231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25"/>
              <p:cNvSpPr/>
              <p:nvPr/>
            </p:nvSpPr>
            <p:spPr>
              <a:xfrm>
                <a:off x="26673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25"/>
              <p:cNvSpPr/>
              <p:nvPr/>
            </p:nvSpPr>
            <p:spPr>
              <a:xfrm>
                <a:off x="3211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25"/>
              <p:cNvSpPr/>
              <p:nvPr/>
            </p:nvSpPr>
            <p:spPr>
              <a:xfrm>
                <a:off x="3755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25"/>
              <p:cNvSpPr/>
              <p:nvPr/>
            </p:nvSpPr>
            <p:spPr>
              <a:xfrm>
                <a:off x="4299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5" name="Google Shape;3895;p25"/>
              <p:cNvSpPr/>
              <p:nvPr/>
            </p:nvSpPr>
            <p:spPr>
              <a:xfrm>
                <a:off x="48441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6" name="Google Shape;3896;p25"/>
              <p:cNvSpPr/>
              <p:nvPr/>
            </p:nvSpPr>
            <p:spPr>
              <a:xfrm>
                <a:off x="53883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25"/>
              <p:cNvSpPr/>
              <p:nvPr/>
            </p:nvSpPr>
            <p:spPr>
              <a:xfrm>
                <a:off x="5932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25"/>
              <p:cNvSpPr/>
              <p:nvPr/>
            </p:nvSpPr>
            <p:spPr>
              <a:xfrm>
                <a:off x="6476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9" name="Google Shape;3899;p25"/>
              <p:cNvSpPr/>
              <p:nvPr/>
            </p:nvSpPr>
            <p:spPr>
              <a:xfrm>
                <a:off x="7020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25"/>
              <p:cNvSpPr/>
              <p:nvPr/>
            </p:nvSpPr>
            <p:spPr>
              <a:xfrm>
                <a:off x="75651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25"/>
              <p:cNvSpPr/>
              <p:nvPr/>
            </p:nvSpPr>
            <p:spPr>
              <a:xfrm>
                <a:off x="81093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25"/>
              <p:cNvSpPr/>
              <p:nvPr/>
            </p:nvSpPr>
            <p:spPr>
              <a:xfrm>
                <a:off x="8653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03" name="Google Shape;3903;p25"/>
            <p:cNvSpPr/>
            <p:nvPr/>
          </p:nvSpPr>
          <p:spPr>
            <a:xfrm>
              <a:off x="8653500" y="939150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25"/>
            <p:cNvSpPr/>
            <p:nvPr/>
          </p:nvSpPr>
          <p:spPr>
            <a:xfrm>
              <a:off x="-53700" y="4204350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3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6" name="Google Shape;3906;p26"/>
          <p:cNvGrpSpPr/>
          <p:nvPr/>
        </p:nvGrpSpPr>
        <p:grpSpPr>
          <a:xfrm>
            <a:off x="-53700" y="-149250"/>
            <a:ext cx="9251400" cy="5442000"/>
            <a:chOff x="-53700" y="-149250"/>
            <a:chExt cx="9251400" cy="5442000"/>
          </a:xfrm>
        </p:grpSpPr>
        <p:grpSp>
          <p:nvGrpSpPr>
            <p:cNvPr id="3907" name="Google Shape;3907;p26"/>
            <p:cNvGrpSpPr/>
            <p:nvPr/>
          </p:nvGrpSpPr>
          <p:grpSpPr>
            <a:xfrm>
              <a:off x="-53700" y="-149250"/>
              <a:ext cx="9251400" cy="5442000"/>
              <a:chOff x="-53700" y="-303675"/>
              <a:chExt cx="9251400" cy="5442000"/>
            </a:xfrm>
          </p:grpSpPr>
          <p:sp>
            <p:nvSpPr>
              <p:cNvPr id="3908" name="Google Shape;3908;p26"/>
              <p:cNvSpPr/>
              <p:nvPr/>
            </p:nvSpPr>
            <p:spPr>
              <a:xfrm>
                <a:off x="2123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26"/>
              <p:cNvSpPr/>
              <p:nvPr/>
            </p:nvSpPr>
            <p:spPr>
              <a:xfrm>
                <a:off x="2667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26"/>
              <p:cNvSpPr/>
              <p:nvPr/>
            </p:nvSpPr>
            <p:spPr>
              <a:xfrm>
                <a:off x="3211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1" name="Google Shape;3911;p26"/>
              <p:cNvSpPr/>
              <p:nvPr/>
            </p:nvSpPr>
            <p:spPr>
              <a:xfrm>
                <a:off x="3755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2" name="Google Shape;3912;p26"/>
              <p:cNvSpPr/>
              <p:nvPr/>
            </p:nvSpPr>
            <p:spPr>
              <a:xfrm>
                <a:off x="-53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3" name="Google Shape;3913;p26"/>
              <p:cNvSpPr/>
              <p:nvPr/>
            </p:nvSpPr>
            <p:spPr>
              <a:xfrm>
                <a:off x="490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26"/>
              <p:cNvSpPr/>
              <p:nvPr/>
            </p:nvSpPr>
            <p:spPr>
              <a:xfrm>
                <a:off x="1034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26"/>
              <p:cNvSpPr/>
              <p:nvPr/>
            </p:nvSpPr>
            <p:spPr>
              <a:xfrm>
                <a:off x="1578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26"/>
              <p:cNvSpPr/>
              <p:nvPr/>
            </p:nvSpPr>
            <p:spPr>
              <a:xfrm>
                <a:off x="2123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26"/>
              <p:cNvSpPr/>
              <p:nvPr/>
            </p:nvSpPr>
            <p:spPr>
              <a:xfrm>
                <a:off x="26673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26"/>
              <p:cNvSpPr/>
              <p:nvPr/>
            </p:nvSpPr>
            <p:spPr>
              <a:xfrm>
                <a:off x="3211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26"/>
              <p:cNvSpPr/>
              <p:nvPr/>
            </p:nvSpPr>
            <p:spPr>
              <a:xfrm>
                <a:off x="5932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26"/>
              <p:cNvSpPr/>
              <p:nvPr/>
            </p:nvSpPr>
            <p:spPr>
              <a:xfrm>
                <a:off x="6476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26"/>
              <p:cNvSpPr/>
              <p:nvPr/>
            </p:nvSpPr>
            <p:spPr>
              <a:xfrm>
                <a:off x="7020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26"/>
              <p:cNvSpPr/>
              <p:nvPr/>
            </p:nvSpPr>
            <p:spPr>
              <a:xfrm>
                <a:off x="7565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3" name="Google Shape;3923;p26"/>
              <p:cNvSpPr/>
              <p:nvPr/>
            </p:nvSpPr>
            <p:spPr>
              <a:xfrm>
                <a:off x="81093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4" name="Google Shape;3924;p26"/>
              <p:cNvSpPr/>
              <p:nvPr/>
            </p:nvSpPr>
            <p:spPr>
              <a:xfrm>
                <a:off x="-53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26"/>
              <p:cNvSpPr/>
              <p:nvPr/>
            </p:nvSpPr>
            <p:spPr>
              <a:xfrm>
                <a:off x="490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6" name="Google Shape;3926;p26"/>
              <p:cNvSpPr/>
              <p:nvPr/>
            </p:nvSpPr>
            <p:spPr>
              <a:xfrm>
                <a:off x="1034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7" name="Google Shape;3927;p26"/>
              <p:cNvSpPr/>
              <p:nvPr/>
            </p:nvSpPr>
            <p:spPr>
              <a:xfrm>
                <a:off x="1578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8" name="Google Shape;3928;p26"/>
              <p:cNvSpPr/>
              <p:nvPr/>
            </p:nvSpPr>
            <p:spPr>
              <a:xfrm>
                <a:off x="2123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9" name="Google Shape;3929;p26"/>
              <p:cNvSpPr/>
              <p:nvPr/>
            </p:nvSpPr>
            <p:spPr>
              <a:xfrm>
                <a:off x="2667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0" name="Google Shape;3930;p26"/>
              <p:cNvSpPr/>
              <p:nvPr/>
            </p:nvSpPr>
            <p:spPr>
              <a:xfrm>
                <a:off x="3211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1" name="Google Shape;3931;p26"/>
              <p:cNvSpPr/>
              <p:nvPr/>
            </p:nvSpPr>
            <p:spPr>
              <a:xfrm>
                <a:off x="3755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26"/>
              <p:cNvSpPr/>
              <p:nvPr/>
            </p:nvSpPr>
            <p:spPr>
              <a:xfrm>
                <a:off x="4299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26"/>
              <p:cNvSpPr/>
              <p:nvPr/>
            </p:nvSpPr>
            <p:spPr>
              <a:xfrm>
                <a:off x="4844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26"/>
              <p:cNvSpPr/>
              <p:nvPr/>
            </p:nvSpPr>
            <p:spPr>
              <a:xfrm>
                <a:off x="5388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26"/>
              <p:cNvSpPr/>
              <p:nvPr/>
            </p:nvSpPr>
            <p:spPr>
              <a:xfrm>
                <a:off x="5932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26"/>
              <p:cNvSpPr/>
              <p:nvPr/>
            </p:nvSpPr>
            <p:spPr>
              <a:xfrm>
                <a:off x="64767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26"/>
              <p:cNvSpPr/>
              <p:nvPr/>
            </p:nvSpPr>
            <p:spPr>
              <a:xfrm>
                <a:off x="70209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26"/>
              <p:cNvSpPr/>
              <p:nvPr/>
            </p:nvSpPr>
            <p:spPr>
              <a:xfrm>
                <a:off x="75651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26"/>
              <p:cNvSpPr/>
              <p:nvPr/>
            </p:nvSpPr>
            <p:spPr>
              <a:xfrm>
                <a:off x="81093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26"/>
              <p:cNvSpPr/>
              <p:nvPr/>
            </p:nvSpPr>
            <p:spPr>
              <a:xfrm>
                <a:off x="8653500" y="4594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26"/>
              <p:cNvSpPr/>
              <p:nvPr/>
            </p:nvSpPr>
            <p:spPr>
              <a:xfrm>
                <a:off x="490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26"/>
              <p:cNvSpPr/>
              <p:nvPr/>
            </p:nvSpPr>
            <p:spPr>
              <a:xfrm>
                <a:off x="1034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26"/>
              <p:cNvSpPr/>
              <p:nvPr/>
            </p:nvSpPr>
            <p:spPr>
              <a:xfrm>
                <a:off x="1578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26"/>
              <p:cNvSpPr/>
              <p:nvPr/>
            </p:nvSpPr>
            <p:spPr>
              <a:xfrm>
                <a:off x="2123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26"/>
              <p:cNvSpPr/>
              <p:nvPr/>
            </p:nvSpPr>
            <p:spPr>
              <a:xfrm>
                <a:off x="2667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26"/>
              <p:cNvSpPr/>
              <p:nvPr/>
            </p:nvSpPr>
            <p:spPr>
              <a:xfrm>
                <a:off x="3211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26"/>
              <p:cNvSpPr/>
              <p:nvPr/>
            </p:nvSpPr>
            <p:spPr>
              <a:xfrm>
                <a:off x="3755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26"/>
              <p:cNvSpPr/>
              <p:nvPr/>
            </p:nvSpPr>
            <p:spPr>
              <a:xfrm>
                <a:off x="4299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26"/>
              <p:cNvSpPr/>
              <p:nvPr/>
            </p:nvSpPr>
            <p:spPr>
              <a:xfrm>
                <a:off x="4844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26"/>
              <p:cNvSpPr/>
              <p:nvPr/>
            </p:nvSpPr>
            <p:spPr>
              <a:xfrm>
                <a:off x="5388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26"/>
              <p:cNvSpPr/>
              <p:nvPr/>
            </p:nvSpPr>
            <p:spPr>
              <a:xfrm>
                <a:off x="5932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26"/>
              <p:cNvSpPr/>
              <p:nvPr/>
            </p:nvSpPr>
            <p:spPr>
              <a:xfrm>
                <a:off x="64767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26"/>
              <p:cNvSpPr/>
              <p:nvPr/>
            </p:nvSpPr>
            <p:spPr>
              <a:xfrm>
                <a:off x="70209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26"/>
              <p:cNvSpPr/>
              <p:nvPr/>
            </p:nvSpPr>
            <p:spPr>
              <a:xfrm>
                <a:off x="75651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26"/>
              <p:cNvSpPr/>
              <p:nvPr/>
            </p:nvSpPr>
            <p:spPr>
              <a:xfrm>
                <a:off x="81093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26"/>
              <p:cNvSpPr/>
              <p:nvPr/>
            </p:nvSpPr>
            <p:spPr>
              <a:xfrm>
                <a:off x="8653500" y="4049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26"/>
              <p:cNvSpPr/>
              <p:nvPr/>
            </p:nvSpPr>
            <p:spPr>
              <a:xfrm>
                <a:off x="-53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26"/>
              <p:cNvSpPr/>
              <p:nvPr/>
            </p:nvSpPr>
            <p:spPr>
              <a:xfrm>
                <a:off x="490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26"/>
              <p:cNvSpPr/>
              <p:nvPr/>
            </p:nvSpPr>
            <p:spPr>
              <a:xfrm>
                <a:off x="1034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26"/>
              <p:cNvSpPr/>
              <p:nvPr/>
            </p:nvSpPr>
            <p:spPr>
              <a:xfrm>
                <a:off x="1578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26"/>
              <p:cNvSpPr/>
              <p:nvPr/>
            </p:nvSpPr>
            <p:spPr>
              <a:xfrm>
                <a:off x="4299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26"/>
              <p:cNvSpPr/>
              <p:nvPr/>
            </p:nvSpPr>
            <p:spPr>
              <a:xfrm>
                <a:off x="4844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26"/>
              <p:cNvSpPr/>
              <p:nvPr/>
            </p:nvSpPr>
            <p:spPr>
              <a:xfrm>
                <a:off x="5388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26"/>
              <p:cNvSpPr/>
              <p:nvPr/>
            </p:nvSpPr>
            <p:spPr>
              <a:xfrm>
                <a:off x="5932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26"/>
              <p:cNvSpPr/>
              <p:nvPr/>
            </p:nvSpPr>
            <p:spPr>
              <a:xfrm>
                <a:off x="64767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26"/>
              <p:cNvSpPr/>
              <p:nvPr/>
            </p:nvSpPr>
            <p:spPr>
              <a:xfrm>
                <a:off x="70209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26"/>
              <p:cNvSpPr/>
              <p:nvPr/>
            </p:nvSpPr>
            <p:spPr>
              <a:xfrm>
                <a:off x="75651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26"/>
              <p:cNvSpPr/>
              <p:nvPr/>
            </p:nvSpPr>
            <p:spPr>
              <a:xfrm>
                <a:off x="81093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26"/>
              <p:cNvSpPr/>
              <p:nvPr/>
            </p:nvSpPr>
            <p:spPr>
              <a:xfrm>
                <a:off x="8653500" y="3505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26"/>
              <p:cNvSpPr/>
              <p:nvPr/>
            </p:nvSpPr>
            <p:spPr>
              <a:xfrm>
                <a:off x="-53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26"/>
              <p:cNvSpPr/>
              <p:nvPr/>
            </p:nvSpPr>
            <p:spPr>
              <a:xfrm>
                <a:off x="490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26"/>
              <p:cNvSpPr/>
              <p:nvPr/>
            </p:nvSpPr>
            <p:spPr>
              <a:xfrm>
                <a:off x="1034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26"/>
              <p:cNvSpPr/>
              <p:nvPr/>
            </p:nvSpPr>
            <p:spPr>
              <a:xfrm>
                <a:off x="1578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26"/>
              <p:cNvSpPr/>
              <p:nvPr/>
            </p:nvSpPr>
            <p:spPr>
              <a:xfrm>
                <a:off x="2123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26"/>
              <p:cNvSpPr/>
              <p:nvPr/>
            </p:nvSpPr>
            <p:spPr>
              <a:xfrm>
                <a:off x="2667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26"/>
              <p:cNvSpPr/>
              <p:nvPr/>
            </p:nvSpPr>
            <p:spPr>
              <a:xfrm>
                <a:off x="3211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26"/>
              <p:cNvSpPr/>
              <p:nvPr/>
            </p:nvSpPr>
            <p:spPr>
              <a:xfrm>
                <a:off x="3755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26"/>
              <p:cNvSpPr/>
              <p:nvPr/>
            </p:nvSpPr>
            <p:spPr>
              <a:xfrm>
                <a:off x="4299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26"/>
              <p:cNvSpPr/>
              <p:nvPr/>
            </p:nvSpPr>
            <p:spPr>
              <a:xfrm>
                <a:off x="4844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26"/>
              <p:cNvSpPr/>
              <p:nvPr/>
            </p:nvSpPr>
            <p:spPr>
              <a:xfrm>
                <a:off x="5388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26"/>
              <p:cNvSpPr/>
              <p:nvPr/>
            </p:nvSpPr>
            <p:spPr>
              <a:xfrm>
                <a:off x="5932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26"/>
              <p:cNvSpPr/>
              <p:nvPr/>
            </p:nvSpPr>
            <p:spPr>
              <a:xfrm>
                <a:off x="64767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26"/>
              <p:cNvSpPr/>
              <p:nvPr/>
            </p:nvSpPr>
            <p:spPr>
              <a:xfrm>
                <a:off x="70209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26"/>
              <p:cNvSpPr/>
              <p:nvPr/>
            </p:nvSpPr>
            <p:spPr>
              <a:xfrm>
                <a:off x="75651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26"/>
              <p:cNvSpPr/>
              <p:nvPr/>
            </p:nvSpPr>
            <p:spPr>
              <a:xfrm>
                <a:off x="81093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26"/>
              <p:cNvSpPr/>
              <p:nvPr/>
            </p:nvSpPr>
            <p:spPr>
              <a:xfrm>
                <a:off x="8653500" y="2961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26"/>
              <p:cNvSpPr/>
              <p:nvPr/>
            </p:nvSpPr>
            <p:spPr>
              <a:xfrm>
                <a:off x="-53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26"/>
              <p:cNvSpPr/>
              <p:nvPr/>
            </p:nvSpPr>
            <p:spPr>
              <a:xfrm>
                <a:off x="490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26"/>
              <p:cNvSpPr/>
              <p:nvPr/>
            </p:nvSpPr>
            <p:spPr>
              <a:xfrm>
                <a:off x="1034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26"/>
              <p:cNvSpPr/>
              <p:nvPr/>
            </p:nvSpPr>
            <p:spPr>
              <a:xfrm>
                <a:off x="1578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26"/>
              <p:cNvSpPr/>
              <p:nvPr/>
            </p:nvSpPr>
            <p:spPr>
              <a:xfrm>
                <a:off x="2123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26"/>
              <p:cNvSpPr/>
              <p:nvPr/>
            </p:nvSpPr>
            <p:spPr>
              <a:xfrm>
                <a:off x="2667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26"/>
              <p:cNvSpPr/>
              <p:nvPr/>
            </p:nvSpPr>
            <p:spPr>
              <a:xfrm>
                <a:off x="3211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26"/>
              <p:cNvSpPr/>
              <p:nvPr/>
            </p:nvSpPr>
            <p:spPr>
              <a:xfrm>
                <a:off x="3755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26"/>
              <p:cNvSpPr/>
              <p:nvPr/>
            </p:nvSpPr>
            <p:spPr>
              <a:xfrm>
                <a:off x="4299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26"/>
              <p:cNvSpPr/>
              <p:nvPr/>
            </p:nvSpPr>
            <p:spPr>
              <a:xfrm>
                <a:off x="4844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26"/>
              <p:cNvSpPr/>
              <p:nvPr/>
            </p:nvSpPr>
            <p:spPr>
              <a:xfrm>
                <a:off x="5388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26"/>
              <p:cNvSpPr/>
              <p:nvPr/>
            </p:nvSpPr>
            <p:spPr>
              <a:xfrm>
                <a:off x="5932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26"/>
              <p:cNvSpPr/>
              <p:nvPr/>
            </p:nvSpPr>
            <p:spPr>
              <a:xfrm>
                <a:off x="64767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26"/>
              <p:cNvSpPr/>
              <p:nvPr/>
            </p:nvSpPr>
            <p:spPr>
              <a:xfrm>
                <a:off x="70209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26"/>
              <p:cNvSpPr/>
              <p:nvPr/>
            </p:nvSpPr>
            <p:spPr>
              <a:xfrm>
                <a:off x="75651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26"/>
              <p:cNvSpPr/>
              <p:nvPr/>
            </p:nvSpPr>
            <p:spPr>
              <a:xfrm>
                <a:off x="81093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26"/>
              <p:cNvSpPr/>
              <p:nvPr/>
            </p:nvSpPr>
            <p:spPr>
              <a:xfrm>
                <a:off x="8653500" y="24173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26"/>
              <p:cNvSpPr/>
              <p:nvPr/>
            </p:nvSpPr>
            <p:spPr>
              <a:xfrm>
                <a:off x="-53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26"/>
              <p:cNvSpPr/>
              <p:nvPr/>
            </p:nvSpPr>
            <p:spPr>
              <a:xfrm>
                <a:off x="490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26"/>
              <p:cNvSpPr/>
              <p:nvPr/>
            </p:nvSpPr>
            <p:spPr>
              <a:xfrm>
                <a:off x="1034700" y="187312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26"/>
              <p:cNvSpPr/>
              <p:nvPr/>
            </p:nvSpPr>
            <p:spPr>
              <a:xfrm>
                <a:off x="1578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26"/>
              <p:cNvSpPr/>
              <p:nvPr/>
            </p:nvSpPr>
            <p:spPr>
              <a:xfrm>
                <a:off x="2123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26"/>
              <p:cNvSpPr/>
              <p:nvPr/>
            </p:nvSpPr>
            <p:spPr>
              <a:xfrm>
                <a:off x="2667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26"/>
              <p:cNvSpPr/>
              <p:nvPr/>
            </p:nvSpPr>
            <p:spPr>
              <a:xfrm>
                <a:off x="3211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26"/>
              <p:cNvSpPr/>
              <p:nvPr/>
            </p:nvSpPr>
            <p:spPr>
              <a:xfrm>
                <a:off x="3755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26"/>
              <p:cNvSpPr/>
              <p:nvPr/>
            </p:nvSpPr>
            <p:spPr>
              <a:xfrm>
                <a:off x="4299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26"/>
              <p:cNvSpPr/>
              <p:nvPr/>
            </p:nvSpPr>
            <p:spPr>
              <a:xfrm>
                <a:off x="4844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26"/>
              <p:cNvSpPr/>
              <p:nvPr/>
            </p:nvSpPr>
            <p:spPr>
              <a:xfrm>
                <a:off x="5388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26"/>
              <p:cNvSpPr/>
              <p:nvPr/>
            </p:nvSpPr>
            <p:spPr>
              <a:xfrm>
                <a:off x="59325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6" name="Google Shape;4016;p26"/>
              <p:cNvSpPr/>
              <p:nvPr/>
            </p:nvSpPr>
            <p:spPr>
              <a:xfrm>
                <a:off x="64767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7" name="Google Shape;4017;p26"/>
              <p:cNvSpPr/>
              <p:nvPr/>
            </p:nvSpPr>
            <p:spPr>
              <a:xfrm>
                <a:off x="70209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26"/>
              <p:cNvSpPr/>
              <p:nvPr/>
            </p:nvSpPr>
            <p:spPr>
              <a:xfrm>
                <a:off x="75651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9" name="Google Shape;4019;p26"/>
              <p:cNvSpPr/>
              <p:nvPr/>
            </p:nvSpPr>
            <p:spPr>
              <a:xfrm>
                <a:off x="8109300" y="18731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0" name="Google Shape;4020;p26"/>
              <p:cNvSpPr/>
              <p:nvPr/>
            </p:nvSpPr>
            <p:spPr>
              <a:xfrm>
                <a:off x="8653500" y="187312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26"/>
              <p:cNvSpPr/>
              <p:nvPr/>
            </p:nvSpPr>
            <p:spPr>
              <a:xfrm>
                <a:off x="37557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26"/>
              <p:cNvSpPr/>
              <p:nvPr/>
            </p:nvSpPr>
            <p:spPr>
              <a:xfrm>
                <a:off x="42999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26"/>
              <p:cNvSpPr/>
              <p:nvPr/>
            </p:nvSpPr>
            <p:spPr>
              <a:xfrm>
                <a:off x="48441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26"/>
              <p:cNvSpPr/>
              <p:nvPr/>
            </p:nvSpPr>
            <p:spPr>
              <a:xfrm>
                <a:off x="53883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26"/>
              <p:cNvSpPr/>
              <p:nvPr/>
            </p:nvSpPr>
            <p:spPr>
              <a:xfrm>
                <a:off x="8653500" y="13289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6" name="Google Shape;4026;p26"/>
              <p:cNvSpPr/>
              <p:nvPr/>
            </p:nvSpPr>
            <p:spPr>
              <a:xfrm>
                <a:off x="-53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7" name="Google Shape;4027;p26"/>
              <p:cNvSpPr/>
              <p:nvPr/>
            </p:nvSpPr>
            <p:spPr>
              <a:xfrm>
                <a:off x="490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8" name="Google Shape;4028;p26"/>
              <p:cNvSpPr/>
              <p:nvPr/>
            </p:nvSpPr>
            <p:spPr>
              <a:xfrm>
                <a:off x="1034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9" name="Google Shape;4029;p26"/>
              <p:cNvSpPr/>
              <p:nvPr/>
            </p:nvSpPr>
            <p:spPr>
              <a:xfrm>
                <a:off x="15789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0" name="Google Shape;4030;p26"/>
              <p:cNvSpPr/>
              <p:nvPr/>
            </p:nvSpPr>
            <p:spPr>
              <a:xfrm>
                <a:off x="2123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1" name="Google Shape;4031;p26"/>
              <p:cNvSpPr/>
              <p:nvPr/>
            </p:nvSpPr>
            <p:spPr>
              <a:xfrm>
                <a:off x="2667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26"/>
              <p:cNvSpPr/>
              <p:nvPr/>
            </p:nvSpPr>
            <p:spPr>
              <a:xfrm>
                <a:off x="3211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3" name="Google Shape;4033;p26"/>
              <p:cNvSpPr/>
              <p:nvPr/>
            </p:nvSpPr>
            <p:spPr>
              <a:xfrm>
                <a:off x="3755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4" name="Google Shape;4034;p26"/>
              <p:cNvSpPr/>
              <p:nvPr/>
            </p:nvSpPr>
            <p:spPr>
              <a:xfrm>
                <a:off x="42999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26"/>
              <p:cNvSpPr/>
              <p:nvPr/>
            </p:nvSpPr>
            <p:spPr>
              <a:xfrm>
                <a:off x="4844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26"/>
              <p:cNvSpPr/>
              <p:nvPr/>
            </p:nvSpPr>
            <p:spPr>
              <a:xfrm>
                <a:off x="5388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26"/>
              <p:cNvSpPr/>
              <p:nvPr/>
            </p:nvSpPr>
            <p:spPr>
              <a:xfrm>
                <a:off x="59325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26"/>
              <p:cNvSpPr/>
              <p:nvPr/>
            </p:nvSpPr>
            <p:spPr>
              <a:xfrm>
                <a:off x="64767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26"/>
              <p:cNvSpPr/>
              <p:nvPr/>
            </p:nvSpPr>
            <p:spPr>
              <a:xfrm>
                <a:off x="7020900" y="78472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26"/>
              <p:cNvSpPr/>
              <p:nvPr/>
            </p:nvSpPr>
            <p:spPr>
              <a:xfrm>
                <a:off x="75651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26"/>
              <p:cNvSpPr/>
              <p:nvPr/>
            </p:nvSpPr>
            <p:spPr>
              <a:xfrm>
                <a:off x="8109300" y="7847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26"/>
              <p:cNvSpPr/>
              <p:nvPr/>
            </p:nvSpPr>
            <p:spPr>
              <a:xfrm>
                <a:off x="-53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26"/>
              <p:cNvSpPr/>
              <p:nvPr/>
            </p:nvSpPr>
            <p:spPr>
              <a:xfrm>
                <a:off x="490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4" name="Google Shape;4044;p26"/>
              <p:cNvSpPr/>
              <p:nvPr/>
            </p:nvSpPr>
            <p:spPr>
              <a:xfrm>
                <a:off x="1034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5" name="Google Shape;4045;p26"/>
              <p:cNvSpPr/>
              <p:nvPr/>
            </p:nvSpPr>
            <p:spPr>
              <a:xfrm>
                <a:off x="1578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6" name="Google Shape;4046;p26"/>
              <p:cNvSpPr/>
              <p:nvPr/>
            </p:nvSpPr>
            <p:spPr>
              <a:xfrm>
                <a:off x="2123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7" name="Google Shape;4047;p26"/>
              <p:cNvSpPr/>
              <p:nvPr/>
            </p:nvSpPr>
            <p:spPr>
              <a:xfrm>
                <a:off x="2667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8" name="Google Shape;4048;p26"/>
              <p:cNvSpPr/>
              <p:nvPr/>
            </p:nvSpPr>
            <p:spPr>
              <a:xfrm>
                <a:off x="3211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9" name="Google Shape;4049;p26"/>
              <p:cNvSpPr/>
              <p:nvPr/>
            </p:nvSpPr>
            <p:spPr>
              <a:xfrm>
                <a:off x="3755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0" name="Google Shape;4050;p26"/>
              <p:cNvSpPr/>
              <p:nvPr/>
            </p:nvSpPr>
            <p:spPr>
              <a:xfrm>
                <a:off x="4299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1" name="Google Shape;4051;p26"/>
              <p:cNvSpPr/>
              <p:nvPr/>
            </p:nvSpPr>
            <p:spPr>
              <a:xfrm>
                <a:off x="4844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2" name="Google Shape;4052;p26"/>
              <p:cNvSpPr/>
              <p:nvPr/>
            </p:nvSpPr>
            <p:spPr>
              <a:xfrm>
                <a:off x="5388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3" name="Google Shape;4053;p26"/>
              <p:cNvSpPr/>
              <p:nvPr/>
            </p:nvSpPr>
            <p:spPr>
              <a:xfrm>
                <a:off x="5932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4" name="Google Shape;4054;p26"/>
              <p:cNvSpPr/>
              <p:nvPr/>
            </p:nvSpPr>
            <p:spPr>
              <a:xfrm>
                <a:off x="64767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26"/>
              <p:cNvSpPr/>
              <p:nvPr/>
            </p:nvSpPr>
            <p:spPr>
              <a:xfrm>
                <a:off x="70209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6" name="Google Shape;4056;p26"/>
              <p:cNvSpPr/>
              <p:nvPr/>
            </p:nvSpPr>
            <p:spPr>
              <a:xfrm>
                <a:off x="75651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7" name="Google Shape;4057;p26"/>
              <p:cNvSpPr/>
              <p:nvPr/>
            </p:nvSpPr>
            <p:spPr>
              <a:xfrm>
                <a:off x="81093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26"/>
              <p:cNvSpPr/>
              <p:nvPr/>
            </p:nvSpPr>
            <p:spPr>
              <a:xfrm>
                <a:off x="8653500" y="24052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26"/>
              <p:cNvSpPr/>
              <p:nvPr/>
            </p:nvSpPr>
            <p:spPr>
              <a:xfrm>
                <a:off x="-53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26"/>
              <p:cNvSpPr/>
              <p:nvPr/>
            </p:nvSpPr>
            <p:spPr>
              <a:xfrm>
                <a:off x="490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26"/>
              <p:cNvSpPr/>
              <p:nvPr/>
            </p:nvSpPr>
            <p:spPr>
              <a:xfrm>
                <a:off x="1034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26"/>
              <p:cNvSpPr/>
              <p:nvPr/>
            </p:nvSpPr>
            <p:spPr>
              <a:xfrm>
                <a:off x="1578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26"/>
              <p:cNvSpPr/>
              <p:nvPr/>
            </p:nvSpPr>
            <p:spPr>
              <a:xfrm>
                <a:off x="2123100" y="-303675"/>
                <a:ext cx="544200" cy="5442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26"/>
              <p:cNvSpPr/>
              <p:nvPr/>
            </p:nvSpPr>
            <p:spPr>
              <a:xfrm>
                <a:off x="26673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26"/>
              <p:cNvSpPr/>
              <p:nvPr/>
            </p:nvSpPr>
            <p:spPr>
              <a:xfrm>
                <a:off x="3211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26"/>
              <p:cNvSpPr/>
              <p:nvPr/>
            </p:nvSpPr>
            <p:spPr>
              <a:xfrm>
                <a:off x="3755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26"/>
              <p:cNvSpPr/>
              <p:nvPr/>
            </p:nvSpPr>
            <p:spPr>
              <a:xfrm>
                <a:off x="4299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26"/>
              <p:cNvSpPr/>
              <p:nvPr/>
            </p:nvSpPr>
            <p:spPr>
              <a:xfrm>
                <a:off x="48441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26"/>
              <p:cNvSpPr/>
              <p:nvPr/>
            </p:nvSpPr>
            <p:spPr>
              <a:xfrm>
                <a:off x="53883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26"/>
              <p:cNvSpPr/>
              <p:nvPr/>
            </p:nvSpPr>
            <p:spPr>
              <a:xfrm>
                <a:off x="5932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26"/>
              <p:cNvSpPr/>
              <p:nvPr/>
            </p:nvSpPr>
            <p:spPr>
              <a:xfrm>
                <a:off x="64767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26"/>
              <p:cNvSpPr/>
              <p:nvPr/>
            </p:nvSpPr>
            <p:spPr>
              <a:xfrm>
                <a:off x="70209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26"/>
              <p:cNvSpPr/>
              <p:nvPr/>
            </p:nvSpPr>
            <p:spPr>
              <a:xfrm>
                <a:off x="75651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4" name="Google Shape;4074;p26"/>
              <p:cNvSpPr/>
              <p:nvPr/>
            </p:nvSpPr>
            <p:spPr>
              <a:xfrm>
                <a:off x="81093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5" name="Google Shape;4075;p26"/>
              <p:cNvSpPr/>
              <p:nvPr/>
            </p:nvSpPr>
            <p:spPr>
              <a:xfrm>
                <a:off x="8653500" y="-303675"/>
                <a:ext cx="544200" cy="544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76" name="Google Shape;4076;p26"/>
            <p:cNvSpPr/>
            <p:nvPr/>
          </p:nvSpPr>
          <p:spPr>
            <a:xfrm>
              <a:off x="8653500" y="939150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26"/>
            <p:cNvSpPr/>
            <p:nvPr/>
          </p:nvSpPr>
          <p:spPr>
            <a:xfrm>
              <a:off x="-53700" y="4204350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oogle Shape;1238;p9"/>
          <p:cNvGrpSpPr/>
          <p:nvPr/>
        </p:nvGrpSpPr>
        <p:grpSpPr>
          <a:xfrm>
            <a:off x="-53700" y="-149250"/>
            <a:ext cx="9251400" cy="5442000"/>
            <a:chOff x="-53700" y="-303675"/>
            <a:chExt cx="9251400" cy="5442000"/>
          </a:xfrm>
        </p:grpSpPr>
        <p:sp>
          <p:nvSpPr>
            <p:cNvPr id="1239" name="Google Shape;1239;p9"/>
            <p:cNvSpPr/>
            <p:nvPr/>
          </p:nvSpPr>
          <p:spPr>
            <a:xfrm>
              <a:off x="21231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9"/>
            <p:cNvSpPr/>
            <p:nvPr/>
          </p:nvSpPr>
          <p:spPr>
            <a:xfrm>
              <a:off x="26673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9"/>
            <p:cNvSpPr/>
            <p:nvPr/>
          </p:nvSpPr>
          <p:spPr>
            <a:xfrm>
              <a:off x="32115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9"/>
            <p:cNvSpPr/>
            <p:nvPr/>
          </p:nvSpPr>
          <p:spPr>
            <a:xfrm>
              <a:off x="37557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9"/>
            <p:cNvSpPr/>
            <p:nvPr/>
          </p:nvSpPr>
          <p:spPr>
            <a:xfrm>
              <a:off x="-537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9"/>
            <p:cNvSpPr/>
            <p:nvPr/>
          </p:nvSpPr>
          <p:spPr>
            <a:xfrm>
              <a:off x="4905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9"/>
            <p:cNvSpPr/>
            <p:nvPr/>
          </p:nvSpPr>
          <p:spPr>
            <a:xfrm>
              <a:off x="10347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9"/>
            <p:cNvSpPr/>
            <p:nvPr/>
          </p:nvSpPr>
          <p:spPr>
            <a:xfrm>
              <a:off x="15789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9"/>
            <p:cNvSpPr/>
            <p:nvPr/>
          </p:nvSpPr>
          <p:spPr>
            <a:xfrm>
              <a:off x="21231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9"/>
            <p:cNvSpPr/>
            <p:nvPr/>
          </p:nvSpPr>
          <p:spPr>
            <a:xfrm>
              <a:off x="26673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9"/>
            <p:cNvSpPr/>
            <p:nvPr/>
          </p:nvSpPr>
          <p:spPr>
            <a:xfrm>
              <a:off x="32115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9"/>
            <p:cNvSpPr/>
            <p:nvPr/>
          </p:nvSpPr>
          <p:spPr>
            <a:xfrm>
              <a:off x="59325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9"/>
            <p:cNvSpPr/>
            <p:nvPr/>
          </p:nvSpPr>
          <p:spPr>
            <a:xfrm>
              <a:off x="64767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9"/>
            <p:cNvSpPr/>
            <p:nvPr/>
          </p:nvSpPr>
          <p:spPr>
            <a:xfrm>
              <a:off x="70209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9"/>
            <p:cNvSpPr/>
            <p:nvPr/>
          </p:nvSpPr>
          <p:spPr>
            <a:xfrm>
              <a:off x="75651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9"/>
            <p:cNvSpPr/>
            <p:nvPr/>
          </p:nvSpPr>
          <p:spPr>
            <a:xfrm>
              <a:off x="81093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9"/>
            <p:cNvSpPr/>
            <p:nvPr/>
          </p:nvSpPr>
          <p:spPr>
            <a:xfrm>
              <a:off x="-537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9"/>
            <p:cNvSpPr/>
            <p:nvPr/>
          </p:nvSpPr>
          <p:spPr>
            <a:xfrm>
              <a:off x="4905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9"/>
            <p:cNvSpPr/>
            <p:nvPr/>
          </p:nvSpPr>
          <p:spPr>
            <a:xfrm>
              <a:off x="10347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9"/>
            <p:cNvSpPr/>
            <p:nvPr/>
          </p:nvSpPr>
          <p:spPr>
            <a:xfrm>
              <a:off x="15789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9"/>
            <p:cNvSpPr/>
            <p:nvPr/>
          </p:nvSpPr>
          <p:spPr>
            <a:xfrm>
              <a:off x="21231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9"/>
            <p:cNvSpPr/>
            <p:nvPr/>
          </p:nvSpPr>
          <p:spPr>
            <a:xfrm>
              <a:off x="26673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9"/>
            <p:cNvSpPr/>
            <p:nvPr/>
          </p:nvSpPr>
          <p:spPr>
            <a:xfrm>
              <a:off x="32115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9"/>
            <p:cNvSpPr/>
            <p:nvPr/>
          </p:nvSpPr>
          <p:spPr>
            <a:xfrm>
              <a:off x="37557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9"/>
            <p:cNvSpPr/>
            <p:nvPr/>
          </p:nvSpPr>
          <p:spPr>
            <a:xfrm>
              <a:off x="42999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9"/>
            <p:cNvSpPr/>
            <p:nvPr/>
          </p:nvSpPr>
          <p:spPr>
            <a:xfrm>
              <a:off x="48441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9"/>
            <p:cNvSpPr/>
            <p:nvPr/>
          </p:nvSpPr>
          <p:spPr>
            <a:xfrm>
              <a:off x="53883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9"/>
            <p:cNvSpPr/>
            <p:nvPr/>
          </p:nvSpPr>
          <p:spPr>
            <a:xfrm>
              <a:off x="59325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9"/>
            <p:cNvSpPr/>
            <p:nvPr/>
          </p:nvSpPr>
          <p:spPr>
            <a:xfrm>
              <a:off x="64767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9"/>
            <p:cNvSpPr/>
            <p:nvPr/>
          </p:nvSpPr>
          <p:spPr>
            <a:xfrm>
              <a:off x="70209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9"/>
            <p:cNvSpPr/>
            <p:nvPr/>
          </p:nvSpPr>
          <p:spPr>
            <a:xfrm>
              <a:off x="75651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9"/>
            <p:cNvSpPr/>
            <p:nvPr/>
          </p:nvSpPr>
          <p:spPr>
            <a:xfrm>
              <a:off x="81093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9"/>
            <p:cNvSpPr/>
            <p:nvPr/>
          </p:nvSpPr>
          <p:spPr>
            <a:xfrm>
              <a:off x="8653500" y="4594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9"/>
            <p:cNvSpPr/>
            <p:nvPr/>
          </p:nvSpPr>
          <p:spPr>
            <a:xfrm>
              <a:off x="-537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9"/>
            <p:cNvSpPr/>
            <p:nvPr/>
          </p:nvSpPr>
          <p:spPr>
            <a:xfrm>
              <a:off x="4905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9"/>
            <p:cNvSpPr/>
            <p:nvPr/>
          </p:nvSpPr>
          <p:spPr>
            <a:xfrm>
              <a:off x="10347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9"/>
            <p:cNvSpPr/>
            <p:nvPr/>
          </p:nvSpPr>
          <p:spPr>
            <a:xfrm>
              <a:off x="15789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9"/>
            <p:cNvSpPr/>
            <p:nvPr/>
          </p:nvSpPr>
          <p:spPr>
            <a:xfrm>
              <a:off x="21231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9"/>
            <p:cNvSpPr/>
            <p:nvPr/>
          </p:nvSpPr>
          <p:spPr>
            <a:xfrm>
              <a:off x="26673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9"/>
            <p:cNvSpPr/>
            <p:nvPr/>
          </p:nvSpPr>
          <p:spPr>
            <a:xfrm>
              <a:off x="32115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9"/>
            <p:cNvSpPr/>
            <p:nvPr/>
          </p:nvSpPr>
          <p:spPr>
            <a:xfrm>
              <a:off x="37557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9"/>
            <p:cNvSpPr/>
            <p:nvPr/>
          </p:nvSpPr>
          <p:spPr>
            <a:xfrm>
              <a:off x="42999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9"/>
            <p:cNvSpPr/>
            <p:nvPr/>
          </p:nvSpPr>
          <p:spPr>
            <a:xfrm>
              <a:off x="48441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9"/>
            <p:cNvSpPr/>
            <p:nvPr/>
          </p:nvSpPr>
          <p:spPr>
            <a:xfrm>
              <a:off x="53883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9"/>
            <p:cNvSpPr/>
            <p:nvPr/>
          </p:nvSpPr>
          <p:spPr>
            <a:xfrm>
              <a:off x="59325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9"/>
            <p:cNvSpPr/>
            <p:nvPr/>
          </p:nvSpPr>
          <p:spPr>
            <a:xfrm>
              <a:off x="64767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9"/>
            <p:cNvSpPr/>
            <p:nvPr/>
          </p:nvSpPr>
          <p:spPr>
            <a:xfrm>
              <a:off x="70209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9"/>
            <p:cNvSpPr/>
            <p:nvPr/>
          </p:nvSpPr>
          <p:spPr>
            <a:xfrm>
              <a:off x="75651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9"/>
            <p:cNvSpPr/>
            <p:nvPr/>
          </p:nvSpPr>
          <p:spPr>
            <a:xfrm>
              <a:off x="81093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9"/>
            <p:cNvSpPr/>
            <p:nvPr/>
          </p:nvSpPr>
          <p:spPr>
            <a:xfrm>
              <a:off x="8653500" y="4049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9"/>
            <p:cNvSpPr/>
            <p:nvPr/>
          </p:nvSpPr>
          <p:spPr>
            <a:xfrm>
              <a:off x="-537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9"/>
            <p:cNvSpPr/>
            <p:nvPr/>
          </p:nvSpPr>
          <p:spPr>
            <a:xfrm>
              <a:off x="4905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9"/>
            <p:cNvSpPr/>
            <p:nvPr/>
          </p:nvSpPr>
          <p:spPr>
            <a:xfrm>
              <a:off x="1034700" y="3505725"/>
              <a:ext cx="544200" cy="544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9"/>
            <p:cNvSpPr/>
            <p:nvPr/>
          </p:nvSpPr>
          <p:spPr>
            <a:xfrm>
              <a:off x="15789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9"/>
            <p:cNvSpPr/>
            <p:nvPr/>
          </p:nvSpPr>
          <p:spPr>
            <a:xfrm>
              <a:off x="42999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9"/>
            <p:cNvSpPr/>
            <p:nvPr/>
          </p:nvSpPr>
          <p:spPr>
            <a:xfrm>
              <a:off x="48441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9"/>
            <p:cNvSpPr/>
            <p:nvPr/>
          </p:nvSpPr>
          <p:spPr>
            <a:xfrm>
              <a:off x="53883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9"/>
            <p:cNvSpPr/>
            <p:nvPr/>
          </p:nvSpPr>
          <p:spPr>
            <a:xfrm>
              <a:off x="59325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9"/>
            <p:cNvSpPr/>
            <p:nvPr/>
          </p:nvSpPr>
          <p:spPr>
            <a:xfrm>
              <a:off x="64767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9"/>
            <p:cNvSpPr/>
            <p:nvPr/>
          </p:nvSpPr>
          <p:spPr>
            <a:xfrm>
              <a:off x="70209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9"/>
            <p:cNvSpPr/>
            <p:nvPr/>
          </p:nvSpPr>
          <p:spPr>
            <a:xfrm>
              <a:off x="7565100" y="3505725"/>
              <a:ext cx="544200" cy="544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9"/>
            <p:cNvSpPr/>
            <p:nvPr/>
          </p:nvSpPr>
          <p:spPr>
            <a:xfrm>
              <a:off x="81093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9"/>
            <p:cNvSpPr/>
            <p:nvPr/>
          </p:nvSpPr>
          <p:spPr>
            <a:xfrm>
              <a:off x="8653500" y="3505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9"/>
            <p:cNvSpPr/>
            <p:nvPr/>
          </p:nvSpPr>
          <p:spPr>
            <a:xfrm>
              <a:off x="-537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9"/>
            <p:cNvSpPr/>
            <p:nvPr/>
          </p:nvSpPr>
          <p:spPr>
            <a:xfrm>
              <a:off x="4905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9"/>
            <p:cNvSpPr/>
            <p:nvPr/>
          </p:nvSpPr>
          <p:spPr>
            <a:xfrm>
              <a:off x="10347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9"/>
            <p:cNvSpPr/>
            <p:nvPr/>
          </p:nvSpPr>
          <p:spPr>
            <a:xfrm>
              <a:off x="15789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9"/>
            <p:cNvSpPr/>
            <p:nvPr/>
          </p:nvSpPr>
          <p:spPr>
            <a:xfrm>
              <a:off x="21231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9"/>
            <p:cNvSpPr/>
            <p:nvPr/>
          </p:nvSpPr>
          <p:spPr>
            <a:xfrm>
              <a:off x="26673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9"/>
            <p:cNvSpPr/>
            <p:nvPr/>
          </p:nvSpPr>
          <p:spPr>
            <a:xfrm>
              <a:off x="32115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9"/>
            <p:cNvSpPr/>
            <p:nvPr/>
          </p:nvSpPr>
          <p:spPr>
            <a:xfrm>
              <a:off x="37557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9"/>
            <p:cNvSpPr/>
            <p:nvPr/>
          </p:nvSpPr>
          <p:spPr>
            <a:xfrm>
              <a:off x="42999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9"/>
            <p:cNvSpPr/>
            <p:nvPr/>
          </p:nvSpPr>
          <p:spPr>
            <a:xfrm>
              <a:off x="48441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9"/>
            <p:cNvSpPr/>
            <p:nvPr/>
          </p:nvSpPr>
          <p:spPr>
            <a:xfrm>
              <a:off x="53883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9"/>
            <p:cNvSpPr/>
            <p:nvPr/>
          </p:nvSpPr>
          <p:spPr>
            <a:xfrm>
              <a:off x="59325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9"/>
            <p:cNvSpPr/>
            <p:nvPr/>
          </p:nvSpPr>
          <p:spPr>
            <a:xfrm>
              <a:off x="64767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9"/>
            <p:cNvSpPr/>
            <p:nvPr/>
          </p:nvSpPr>
          <p:spPr>
            <a:xfrm>
              <a:off x="70209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9"/>
            <p:cNvSpPr/>
            <p:nvPr/>
          </p:nvSpPr>
          <p:spPr>
            <a:xfrm>
              <a:off x="75651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9"/>
            <p:cNvSpPr/>
            <p:nvPr/>
          </p:nvSpPr>
          <p:spPr>
            <a:xfrm>
              <a:off x="81093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9"/>
            <p:cNvSpPr/>
            <p:nvPr/>
          </p:nvSpPr>
          <p:spPr>
            <a:xfrm>
              <a:off x="8653500" y="2961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9"/>
            <p:cNvSpPr/>
            <p:nvPr/>
          </p:nvSpPr>
          <p:spPr>
            <a:xfrm>
              <a:off x="-537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9"/>
            <p:cNvSpPr/>
            <p:nvPr/>
          </p:nvSpPr>
          <p:spPr>
            <a:xfrm>
              <a:off x="4905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9"/>
            <p:cNvSpPr/>
            <p:nvPr/>
          </p:nvSpPr>
          <p:spPr>
            <a:xfrm>
              <a:off x="10347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9"/>
            <p:cNvSpPr/>
            <p:nvPr/>
          </p:nvSpPr>
          <p:spPr>
            <a:xfrm>
              <a:off x="15789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9"/>
            <p:cNvSpPr/>
            <p:nvPr/>
          </p:nvSpPr>
          <p:spPr>
            <a:xfrm>
              <a:off x="21231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9"/>
            <p:cNvSpPr/>
            <p:nvPr/>
          </p:nvSpPr>
          <p:spPr>
            <a:xfrm>
              <a:off x="26673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9"/>
            <p:cNvSpPr/>
            <p:nvPr/>
          </p:nvSpPr>
          <p:spPr>
            <a:xfrm>
              <a:off x="32115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9"/>
            <p:cNvSpPr/>
            <p:nvPr/>
          </p:nvSpPr>
          <p:spPr>
            <a:xfrm>
              <a:off x="37557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9"/>
            <p:cNvSpPr/>
            <p:nvPr/>
          </p:nvSpPr>
          <p:spPr>
            <a:xfrm>
              <a:off x="42999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9"/>
            <p:cNvSpPr/>
            <p:nvPr/>
          </p:nvSpPr>
          <p:spPr>
            <a:xfrm>
              <a:off x="48441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9"/>
            <p:cNvSpPr/>
            <p:nvPr/>
          </p:nvSpPr>
          <p:spPr>
            <a:xfrm>
              <a:off x="53883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9"/>
            <p:cNvSpPr/>
            <p:nvPr/>
          </p:nvSpPr>
          <p:spPr>
            <a:xfrm>
              <a:off x="59325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9"/>
            <p:cNvSpPr/>
            <p:nvPr/>
          </p:nvSpPr>
          <p:spPr>
            <a:xfrm>
              <a:off x="64767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9"/>
            <p:cNvSpPr/>
            <p:nvPr/>
          </p:nvSpPr>
          <p:spPr>
            <a:xfrm>
              <a:off x="70209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9"/>
            <p:cNvSpPr/>
            <p:nvPr/>
          </p:nvSpPr>
          <p:spPr>
            <a:xfrm>
              <a:off x="75651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9"/>
            <p:cNvSpPr/>
            <p:nvPr/>
          </p:nvSpPr>
          <p:spPr>
            <a:xfrm>
              <a:off x="81093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9"/>
            <p:cNvSpPr/>
            <p:nvPr/>
          </p:nvSpPr>
          <p:spPr>
            <a:xfrm>
              <a:off x="8653500" y="24173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9"/>
            <p:cNvSpPr/>
            <p:nvPr/>
          </p:nvSpPr>
          <p:spPr>
            <a:xfrm>
              <a:off x="-537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9"/>
            <p:cNvSpPr/>
            <p:nvPr/>
          </p:nvSpPr>
          <p:spPr>
            <a:xfrm>
              <a:off x="4905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9"/>
            <p:cNvSpPr/>
            <p:nvPr/>
          </p:nvSpPr>
          <p:spPr>
            <a:xfrm>
              <a:off x="10347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9"/>
            <p:cNvSpPr/>
            <p:nvPr/>
          </p:nvSpPr>
          <p:spPr>
            <a:xfrm>
              <a:off x="15789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9"/>
            <p:cNvSpPr/>
            <p:nvPr/>
          </p:nvSpPr>
          <p:spPr>
            <a:xfrm>
              <a:off x="21231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9"/>
            <p:cNvSpPr/>
            <p:nvPr/>
          </p:nvSpPr>
          <p:spPr>
            <a:xfrm>
              <a:off x="26673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9"/>
            <p:cNvSpPr/>
            <p:nvPr/>
          </p:nvSpPr>
          <p:spPr>
            <a:xfrm>
              <a:off x="32115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9"/>
            <p:cNvSpPr/>
            <p:nvPr/>
          </p:nvSpPr>
          <p:spPr>
            <a:xfrm>
              <a:off x="37557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9"/>
            <p:cNvSpPr/>
            <p:nvPr/>
          </p:nvSpPr>
          <p:spPr>
            <a:xfrm>
              <a:off x="42999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9"/>
            <p:cNvSpPr/>
            <p:nvPr/>
          </p:nvSpPr>
          <p:spPr>
            <a:xfrm>
              <a:off x="48441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9"/>
            <p:cNvSpPr/>
            <p:nvPr/>
          </p:nvSpPr>
          <p:spPr>
            <a:xfrm>
              <a:off x="53883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9"/>
            <p:cNvSpPr/>
            <p:nvPr/>
          </p:nvSpPr>
          <p:spPr>
            <a:xfrm>
              <a:off x="59325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9"/>
            <p:cNvSpPr/>
            <p:nvPr/>
          </p:nvSpPr>
          <p:spPr>
            <a:xfrm>
              <a:off x="64767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9"/>
            <p:cNvSpPr/>
            <p:nvPr/>
          </p:nvSpPr>
          <p:spPr>
            <a:xfrm>
              <a:off x="70209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9"/>
            <p:cNvSpPr/>
            <p:nvPr/>
          </p:nvSpPr>
          <p:spPr>
            <a:xfrm>
              <a:off x="75651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9"/>
            <p:cNvSpPr/>
            <p:nvPr/>
          </p:nvSpPr>
          <p:spPr>
            <a:xfrm>
              <a:off x="81093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9"/>
            <p:cNvSpPr/>
            <p:nvPr/>
          </p:nvSpPr>
          <p:spPr>
            <a:xfrm>
              <a:off x="8653500" y="18731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9"/>
            <p:cNvSpPr/>
            <p:nvPr/>
          </p:nvSpPr>
          <p:spPr>
            <a:xfrm>
              <a:off x="37557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9"/>
            <p:cNvSpPr/>
            <p:nvPr/>
          </p:nvSpPr>
          <p:spPr>
            <a:xfrm>
              <a:off x="42999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9"/>
            <p:cNvSpPr/>
            <p:nvPr/>
          </p:nvSpPr>
          <p:spPr>
            <a:xfrm>
              <a:off x="48441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9"/>
            <p:cNvSpPr/>
            <p:nvPr/>
          </p:nvSpPr>
          <p:spPr>
            <a:xfrm>
              <a:off x="53883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9"/>
            <p:cNvSpPr/>
            <p:nvPr/>
          </p:nvSpPr>
          <p:spPr>
            <a:xfrm>
              <a:off x="8653500" y="13289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9"/>
            <p:cNvSpPr/>
            <p:nvPr/>
          </p:nvSpPr>
          <p:spPr>
            <a:xfrm>
              <a:off x="-537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9"/>
            <p:cNvSpPr/>
            <p:nvPr/>
          </p:nvSpPr>
          <p:spPr>
            <a:xfrm>
              <a:off x="4905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9"/>
            <p:cNvSpPr/>
            <p:nvPr/>
          </p:nvSpPr>
          <p:spPr>
            <a:xfrm>
              <a:off x="10347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9"/>
            <p:cNvSpPr/>
            <p:nvPr/>
          </p:nvSpPr>
          <p:spPr>
            <a:xfrm>
              <a:off x="15789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9"/>
            <p:cNvSpPr/>
            <p:nvPr/>
          </p:nvSpPr>
          <p:spPr>
            <a:xfrm>
              <a:off x="21231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9"/>
            <p:cNvSpPr/>
            <p:nvPr/>
          </p:nvSpPr>
          <p:spPr>
            <a:xfrm>
              <a:off x="26673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9"/>
            <p:cNvSpPr/>
            <p:nvPr/>
          </p:nvSpPr>
          <p:spPr>
            <a:xfrm>
              <a:off x="32115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9"/>
            <p:cNvSpPr/>
            <p:nvPr/>
          </p:nvSpPr>
          <p:spPr>
            <a:xfrm>
              <a:off x="37557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9"/>
            <p:cNvSpPr/>
            <p:nvPr/>
          </p:nvSpPr>
          <p:spPr>
            <a:xfrm>
              <a:off x="42999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9"/>
            <p:cNvSpPr/>
            <p:nvPr/>
          </p:nvSpPr>
          <p:spPr>
            <a:xfrm>
              <a:off x="48441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9"/>
            <p:cNvSpPr/>
            <p:nvPr/>
          </p:nvSpPr>
          <p:spPr>
            <a:xfrm>
              <a:off x="53883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9"/>
            <p:cNvSpPr/>
            <p:nvPr/>
          </p:nvSpPr>
          <p:spPr>
            <a:xfrm>
              <a:off x="59325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9"/>
            <p:cNvSpPr/>
            <p:nvPr/>
          </p:nvSpPr>
          <p:spPr>
            <a:xfrm>
              <a:off x="64767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9"/>
            <p:cNvSpPr/>
            <p:nvPr/>
          </p:nvSpPr>
          <p:spPr>
            <a:xfrm>
              <a:off x="70209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9"/>
            <p:cNvSpPr/>
            <p:nvPr/>
          </p:nvSpPr>
          <p:spPr>
            <a:xfrm>
              <a:off x="75651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9"/>
            <p:cNvSpPr/>
            <p:nvPr/>
          </p:nvSpPr>
          <p:spPr>
            <a:xfrm>
              <a:off x="8109300" y="7847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9"/>
            <p:cNvSpPr/>
            <p:nvPr/>
          </p:nvSpPr>
          <p:spPr>
            <a:xfrm>
              <a:off x="8653500" y="784725"/>
              <a:ext cx="544200" cy="544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9"/>
            <p:cNvSpPr/>
            <p:nvPr/>
          </p:nvSpPr>
          <p:spPr>
            <a:xfrm>
              <a:off x="-53700" y="240525"/>
              <a:ext cx="544200" cy="544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9"/>
            <p:cNvSpPr/>
            <p:nvPr/>
          </p:nvSpPr>
          <p:spPr>
            <a:xfrm>
              <a:off x="4905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9"/>
            <p:cNvSpPr/>
            <p:nvPr/>
          </p:nvSpPr>
          <p:spPr>
            <a:xfrm>
              <a:off x="10347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9"/>
            <p:cNvSpPr/>
            <p:nvPr/>
          </p:nvSpPr>
          <p:spPr>
            <a:xfrm>
              <a:off x="15789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9"/>
            <p:cNvSpPr/>
            <p:nvPr/>
          </p:nvSpPr>
          <p:spPr>
            <a:xfrm>
              <a:off x="21231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9"/>
            <p:cNvSpPr/>
            <p:nvPr/>
          </p:nvSpPr>
          <p:spPr>
            <a:xfrm>
              <a:off x="26673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9"/>
            <p:cNvSpPr/>
            <p:nvPr/>
          </p:nvSpPr>
          <p:spPr>
            <a:xfrm>
              <a:off x="32115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9"/>
            <p:cNvSpPr/>
            <p:nvPr/>
          </p:nvSpPr>
          <p:spPr>
            <a:xfrm>
              <a:off x="37557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9"/>
            <p:cNvSpPr/>
            <p:nvPr/>
          </p:nvSpPr>
          <p:spPr>
            <a:xfrm>
              <a:off x="42999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9"/>
            <p:cNvSpPr/>
            <p:nvPr/>
          </p:nvSpPr>
          <p:spPr>
            <a:xfrm>
              <a:off x="48441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9"/>
            <p:cNvSpPr/>
            <p:nvPr/>
          </p:nvSpPr>
          <p:spPr>
            <a:xfrm>
              <a:off x="53883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9"/>
            <p:cNvSpPr/>
            <p:nvPr/>
          </p:nvSpPr>
          <p:spPr>
            <a:xfrm>
              <a:off x="59325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9"/>
            <p:cNvSpPr/>
            <p:nvPr/>
          </p:nvSpPr>
          <p:spPr>
            <a:xfrm>
              <a:off x="64767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9"/>
            <p:cNvSpPr/>
            <p:nvPr/>
          </p:nvSpPr>
          <p:spPr>
            <a:xfrm>
              <a:off x="70209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9"/>
            <p:cNvSpPr/>
            <p:nvPr/>
          </p:nvSpPr>
          <p:spPr>
            <a:xfrm>
              <a:off x="75651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9"/>
            <p:cNvSpPr/>
            <p:nvPr/>
          </p:nvSpPr>
          <p:spPr>
            <a:xfrm>
              <a:off x="81093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9"/>
            <p:cNvSpPr/>
            <p:nvPr/>
          </p:nvSpPr>
          <p:spPr>
            <a:xfrm>
              <a:off x="8653500" y="24052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9"/>
            <p:cNvSpPr/>
            <p:nvPr/>
          </p:nvSpPr>
          <p:spPr>
            <a:xfrm>
              <a:off x="-537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9"/>
            <p:cNvSpPr/>
            <p:nvPr/>
          </p:nvSpPr>
          <p:spPr>
            <a:xfrm>
              <a:off x="4905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9"/>
            <p:cNvSpPr/>
            <p:nvPr/>
          </p:nvSpPr>
          <p:spPr>
            <a:xfrm>
              <a:off x="10347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9"/>
            <p:cNvSpPr/>
            <p:nvPr/>
          </p:nvSpPr>
          <p:spPr>
            <a:xfrm>
              <a:off x="15789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9"/>
            <p:cNvSpPr/>
            <p:nvPr/>
          </p:nvSpPr>
          <p:spPr>
            <a:xfrm>
              <a:off x="21231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9"/>
            <p:cNvSpPr/>
            <p:nvPr/>
          </p:nvSpPr>
          <p:spPr>
            <a:xfrm>
              <a:off x="26673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9"/>
            <p:cNvSpPr/>
            <p:nvPr/>
          </p:nvSpPr>
          <p:spPr>
            <a:xfrm>
              <a:off x="32115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9"/>
            <p:cNvSpPr/>
            <p:nvPr/>
          </p:nvSpPr>
          <p:spPr>
            <a:xfrm>
              <a:off x="37557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9"/>
            <p:cNvSpPr/>
            <p:nvPr/>
          </p:nvSpPr>
          <p:spPr>
            <a:xfrm>
              <a:off x="42999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9"/>
            <p:cNvSpPr/>
            <p:nvPr/>
          </p:nvSpPr>
          <p:spPr>
            <a:xfrm>
              <a:off x="48441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9"/>
            <p:cNvSpPr/>
            <p:nvPr/>
          </p:nvSpPr>
          <p:spPr>
            <a:xfrm>
              <a:off x="53883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9"/>
            <p:cNvSpPr/>
            <p:nvPr/>
          </p:nvSpPr>
          <p:spPr>
            <a:xfrm>
              <a:off x="59325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9"/>
            <p:cNvSpPr/>
            <p:nvPr/>
          </p:nvSpPr>
          <p:spPr>
            <a:xfrm>
              <a:off x="64767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9"/>
            <p:cNvSpPr/>
            <p:nvPr/>
          </p:nvSpPr>
          <p:spPr>
            <a:xfrm>
              <a:off x="70209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9"/>
            <p:cNvSpPr/>
            <p:nvPr/>
          </p:nvSpPr>
          <p:spPr>
            <a:xfrm>
              <a:off x="75651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9"/>
            <p:cNvSpPr/>
            <p:nvPr/>
          </p:nvSpPr>
          <p:spPr>
            <a:xfrm>
              <a:off x="81093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9"/>
            <p:cNvSpPr/>
            <p:nvPr/>
          </p:nvSpPr>
          <p:spPr>
            <a:xfrm>
              <a:off x="8653500" y="-303675"/>
              <a:ext cx="544200" cy="544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9"/>
          <p:cNvSpPr txBox="1">
            <a:spLocks noGrp="1"/>
          </p:cNvSpPr>
          <p:nvPr>
            <p:ph type="title"/>
          </p:nvPr>
        </p:nvSpPr>
        <p:spPr>
          <a:xfrm>
            <a:off x="1269500" y="797937"/>
            <a:ext cx="2370900" cy="6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10" name="Google Shape;1410;p9"/>
          <p:cNvSpPr txBox="1">
            <a:spLocks noGrp="1"/>
          </p:cNvSpPr>
          <p:nvPr>
            <p:ph type="subTitle" idx="1"/>
          </p:nvPr>
        </p:nvSpPr>
        <p:spPr>
          <a:xfrm>
            <a:off x="4116675" y="820700"/>
            <a:ext cx="3757800" cy="82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95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525" y="445025"/>
            <a:ext cx="764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Bai Jamjuree"/>
              <a:buNone/>
              <a:defRPr sz="30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ai Jamjuree"/>
              <a:buNone/>
              <a:defRPr sz="28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ai Jamjuree"/>
              <a:buNone/>
              <a:defRPr sz="28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ai Jamjuree"/>
              <a:buNone/>
              <a:defRPr sz="28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ai Jamjuree"/>
              <a:buNone/>
              <a:defRPr sz="28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ai Jamjuree"/>
              <a:buNone/>
              <a:defRPr sz="28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ai Jamjuree"/>
              <a:buNone/>
              <a:defRPr sz="28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ai Jamjuree"/>
              <a:buNone/>
              <a:defRPr sz="28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ai Jamjuree"/>
              <a:buNone/>
              <a:defRPr sz="2800" b="1">
                <a:solidFill>
                  <a:schemeClr val="accent4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525" y="1152475"/>
            <a:ext cx="7647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●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○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■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●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○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■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●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○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Barlow Semi Condensed"/>
              <a:buChar char="■"/>
              <a:defRPr sz="1600">
                <a:solidFill>
                  <a:schemeClr val="accent4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71" r:id="rId4"/>
    <p:sldLayoutId id="2147483672" r:id="rId5"/>
    <p:sldLayoutId id="214748367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oom-tab.vercel.app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okhanCey/RoomTab/blob/main/PD.pdf" TargetMode="External"/><Relationship Id="rId5" Type="http://schemas.openxmlformats.org/officeDocument/2006/relationships/hyperlink" Target="https://github.com/GokhanCey/RoomTab" TargetMode="External"/><Relationship Id="rId4" Type="http://schemas.openxmlformats.org/officeDocument/2006/relationships/hyperlink" Target="https://room-tab.vercel.app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A27E64-B00D-E354-F0F6-91C8C83F4607}"/>
              </a:ext>
            </a:extLst>
          </p:cNvPr>
          <p:cNvSpPr/>
          <p:nvPr/>
        </p:nvSpPr>
        <p:spPr>
          <a:xfrm>
            <a:off x="1060557" y="394797"/>
            <a:ext cx="540436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8" name="Google Shape;4088;p30"/>
          <p:cNvSpPr/>
          <p:nvPr/>
        </p:nvSpPr>
        <p:spPr>
          <a:xfrm>
            <a:off x="490025" y="751525"/>
            <a:ext cx="4354500" cy="3642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9" name="Google Shape;4089;p30"/>
          <p:cNvSpPr txBox="1">
            <a:spLocks noGrp="1"/>
          </p:cNvSpPr>
          <p:nvPr>
            <p:ph type="ctrTitle"/>
          </p:nvPr>
        </p:nvSpPr>
        <p:spPr>
          <a:xfrm>
            <a:off x="806605" y="1556084"/>
            <a:ext cx="3671208" cy="978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5400" dirty="0" err="1"/>
              <a:t>RoomTab</a:t>
            </a:r>
            <a:br>
              <a:rPr lang="tr-TR" sz="5400" dirty="0"/>
            </a:br>
            <a:r>
              <a:rPr lang="tr-TR" sz="1200" dirty="0" err="1"/>
              <a:t>by</a:t>
            </a:r>
            <a:r>
              <a:rPr lang="tr-TR" sz="1200" dirty="0"/>
              <a:t> </a:t>
            </a:r>
            <a:r>
              <a:rPr lang="tr-TR" sz="1200" dirty="0" err="1"/>
              <a:t>Gokhan</a:t>
            </a:r>
            <a:r>
              <a:rPr lang="tr-TR" sz="1200" dirty="0"/>
              <a:t> Ceylan</a:t>
            </a:r>
            <a:endParaRPr lang="en-US" sz="5400" dirty="0"/>
          </a:p>
        </p:txBody>
      </p:sp>
      <p:sp>
        <p:nvSpPr>
          <p:cNvPr id="4090" name="Google Shape;4090;p30"/>
          <p:cNvSpPr txBox="1">
            <a:spLocks noGrp="1"/>
          </p:cNvSpPr>
          <p:nvPr>
            <p:ph type="subTitle" idx="1"/>
          </p:nvPr>
        </p:nvSpPr>
        <p:spPr>
          <a:xfrm>
            <a:off x="1245249" y="3167518"/>
            <a:ext cx="2793919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/>
            <a:r>
              <a:rPr lang="en-US" b="1" i="1" dirty="0"/>
              <a:t>An AI that explains who</a:t>
            </a:r>
            <a:r>
              <a:rPr lang="tr-TR" b="1" i="1" dirty="0"/>
              <a:t> </a:t>
            </a:r>
            <a:r>
              <a:rPr lang="en-US" b="1" i="1" dirty="0"/>
              <a:t>should pay what, and why</a:t>
            </a:r>
            <a:endParaRPr lang="tr-TR" b="1" i="1" dirty="0"/>
          </a:p>
          <a:p>
            <a:pPr marL="0" indent="0" algn="ctr"/>
            <a:r>
              <a:rPr lang="tr-TR" sz="1400" dirty="0"/>
              <a:t>(</a:t>
            </a:r>
            <a:r>
              <a:rPr lang="tr-TR" sz="1400" dirty="0" err="1"/>
              <a:t>Commit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Change</a:t>
            </a:r>
            <a:r>
              <a:rPr lang="tr-TR" sz="1400" dirty="0"/>
              <a:t>)</a:t>
            </a:r>
          </a:p>
        </p:txBody>
      </p:sp>
      <p:cxnSp>
        <p:nvCxnSpPr>
          <p:cNvPr id="4092" name="Google Shape;4092;p30"/>
          <p:cNvCxnSpPr/>
          <p:nvPr/>
        </p:nvCxnSpPr>
        <p:spPr>
          <a:xfrm>
            <a:off x="725400" y="2764972"/>
            <a:ext cx="38466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F1A8535-100D-E39E-4551-D97F84D85D52}"/>
              </a:ext>
            </a:extLst>
          </p:cNvPr>
          <p:cNvSpPr/>
          <p:nvPr/>
        </p:nvSpPr>
        <p:spPr>
          <a:xfrm>
            <a:off x="7580632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D4843E-13AB-84BF-6F05-1075B52C5C36}"/>
              </a:ext>
            </a:extLst>
          </p:cNvPr>
          <p:cNvSpPr/>
          <p:nvPr/>
        </p:nvSpPr>
        <p:spPr>
          <a:xfrm rot="5400000">
            <a:off x="8290224" y="3825711"/>
            <a:ext cx="223729" cy="551221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B50480-6330-C173-BE31-9423EB2AC49A}"/>
              </a:ext>
            </a:extLst>
          </p:cNvPr>
          <p:cNvSpPr/>
          <p:nvPr/>
        </p:nvSpPr>
        <p:spPr>
          <a:xfrm>
            <a:off x="2666358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E86EB-1DB0-ACFC-E6AE-3FA7FFF8C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321" y="1236172"/>
            <a:ext cx="3201654" cy="26711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50E0D651-B25C-C9C4-3303-C89B6480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9038B9-C8AF-2457-089A-7256D6DEC24F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94878CB2-53DA-8462-7B65-C6D3335C4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E56CF8-759B-9DB3-D342-999E24B1BF07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31FF62-E398-A3B6-595E-758D0A8931B1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E0A427-1E29-56C3-39C9-BFE303D7FAB1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CF7DD2-1B49-433E-5101-18C066E7D2E2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5FED8-B364-F44E-4321-B6E8B8FA4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04672" y="816874"/>
            <a:ext cx="7541312" cy="15191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713E6C-47CA-186D-519A-523C823C275E}"/>
              </a:ext>
            </a:extLst>
          </p:cNvPr>
          <p:cNvSpPr txBox="1"/>
          <p:nvPr/>
        </p:nvSpPr>
        <p:spPr>
          <a:xfrm>
            <a:off x="384762" y="1144781"/>
            <a:ext cx="7745803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1"/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Splitting costs is </a:t>
            </a: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easy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,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until it’s </a:t>
            </a: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not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.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457200" lvl="1"/>
            <a:endParaRPr lang="tr-TR" sz="1800" b="1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The Edge Case Mess: 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Someone showed up late, someone didn’t drink, someone brought their partner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,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now what? Traditional split apps freeze.</a:t>
            </a:r>
            <a:br>
              <a:rPr lang="tr-TR" sz="1800" dirty="0">
                <a:solidFill>
                  <a:schemeClr val="accent4"/>
                </a:solidFill>
                <a:latin typeface="Barlow Semi Condensed"/>
              </a:rPr>
            </a:b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The Invisible Bias: 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Most tools divide evenly or by percentage. But they don’t ask why. Should the student pay less? Does the vegan pay for BBQ?</a:t>
            </a:r>
            <a:br>
              <a:rPr lang="tr-TR" sz="1800" dirty="0">
                <a:solidFill>
                  <a:schemeClr val="accent4"/>
                </a:solidFill>
                <a:latin typeface="Barlow Semi Condensed"/>
              </a:rPr>
            </a:b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The Explanation Void: 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“Why did I pay more?” is a common question. Current apps give numbers, not logic.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4A03B-08C3-311E-D6CA-838A22F800A5}"/>
              </a:ext>
            </a:extLst>
          </p:cNvPr>
          <p:cNvSpPr txBox="1"/>
          <p:nvPr/>
        </p:nvSpPr>
        <p:spPr>
          <a:xfrm>
            <a:off x="937947" y="4064733"/>
            <a:ext cx="5298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Barlow Semi Condensed" panose="00000506000000000000" pitchFamily="2" charset="-94"/>
              </a:rPr>
              <a:t>Fair splits are not just math</a:t>
            </a:r>
            <a:r>
              <a:rPr lang="tr-TR" b="1" dirty="0">
                <a:latin typeface="Barlow Semi Condensed" panose="00000506000000000000" pitchFamily="2" charset="-94"/>
              </a:rPr>
              <a:t>,</a:t>
            </a:r>
            <a:r>
              <a:rPr lang="en-US" b="1" dirty="0">
                <a:latin typeface="Barlow Semi Condensed" panose="00000506000000000000" pitchFamily="2" charset="-94"/>
              </a:rPr>
              <a:t> they’re context. We’re missing the “why.”</a:t>
            </a:r>
          </a:p>
        </p:txBody>
      </p:sp>
    </p:spTree>
    <p:extLst>
      <p:ext uri="{BB962C8B-B14F-4D97-AF65-F5344CB8AC3E}">
        <p14:creationId xmlns:p14="http://schemas.microsoft.com/office/powerpoint/2010/main" val="49241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970B83F1-F5B7-6CC1-4FE3-EDBB672E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EAE55B-280F-5F3F-990D-242FF02135EE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052C9D97-DF36-A4AA-93DF-19CFAAA24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900E62-77C1-15E2-7FB7-50B8ADA3BC49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CDABA-83D3-9E25-A56C-5EE6D4875BA2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47676F-4449-0B5C-592F-606E7AFAC7D1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2BE17F-1246-C094-7EC2-5CDF68CAA383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44A8F-C62F-9DDE-13F2-069F8FD046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04672" y="816874"/>
            <a:ext cx="7541312" cy="15191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2DCA420-864C-F817-C1B8-BD479D86069F}"/>
              </a:ext>
            </a:extLst>
          </p:cNvPr>
          <p:cNvSpPr txBox="1"/>
          <p:nvPr/>
        </p:nvSpPr>
        <p:spPr>
          <a:xfrm>
            <a:off x="384762" y="1144781"/>
            <a:ext cx="7745804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1"/>
            <a:r>
              <a:rPr lang="en-US" sz="1800" b="1" dirty="0" err="1">
                <a:solidFill>
                  <a:schemeClr val="accent4"/>
                </a:solidFill>
                <a:latin typeface="Barlow Semi Condensed"/>
              </a:rPr>
              <a:t>RoomTab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is an </a:t>
            </a: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AI agent 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that thinks before it splits.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457200" lvl="1"/>
            <a:endParaRPr lang="tr-TR" sz="1800" b="1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Context-Aware Logic: 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Give it a situation (“A didn’t drink”, “B was late”), and it rebalances the split with reasoning.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Transparent Outputs: 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Every decision comes with a friendly explanation — no black boxes.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Built-in Fairness Audit: 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You can replay any decision, see the trace, and check how the logic holds up.</a:t>
            </a:r>
          </a:p>
        </p:txBody>
      </p:sp>
    </p:spTree>
    <p:extLst>
      <p:ext uri="{BB962C8B-B14F-4D97-AF65-F5344CB8AC3E}">
        <p14:creationId xmlns:p14="http://schemas.microsoft.com/office/powerpoint/2010/main" val="29841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38C7BB40-5875-B63D-5A02-FE4E1E53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ED16A1-25E9-D902-8215-735C9829F30D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453D3FD6-7AB9-A1D8-535B-3BF4CB6AF7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B95655-4179-F43B-0673-4A4473A4B52A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0F6A0E-ECEB-D944-20B4-4D85B4981649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244280-1FF2-318D-3A15-C944F535E767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09D5B3-49D2-1BDD-125D-9F44986107B8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8E204-DC39-93D9-0149-CB77154A59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13816" y="816874"/>
            <a:ext cx="7541312" cy="15191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E2AC8B-C5BE-F447-CF88-AFDB4AEC5114}"/>
              </a:ext>
            </a:extLst>
          </p:cNvPr>
          <p:cNvSpPr txBox="1"/>
          <p:nvPr/>
        </p:nvSpPr>
        <p:spPr>
          <a:xfrm>
            <a:off x="1716797" y="2310140"/>
            <a:ext cx="569504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1"/>
            <a:r>
              <a:rPr lang="tr-TR" sz="2800" b="1" u="sng" dirty="0">
                <a:solidFill>
                  <a:schemeClr val="accent4"/>
                </a:solidFill>
                <a:latin typeface="Barlow Semi Condensed"/>
                <a:hlinkClick r:id="rId4"/>
              </a:rPr>
              <a:t>https://room-tab.vercel.app/</a:t>
            </a:r>
            <a:endParaRPr lang="en-US" sz="2800" b="1" u="sng" dirty="0">
              <a:solidFill>
                <a:schemeClr val="accent4"/>
              </a:solidFill>
              <a:latin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81020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9D170E4B-93F0-11F4-41B9-AF1B9B4F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DF4E70-2954-611F-42D3-6200DC2832DC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1181DD8D-DC94-EFA5-87D5-2B0CDE89A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tr-TR" dirty="0" err="1"/>
              <a:t>RoomTab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CE8CF-2BE8-45C3-3111-FA02B7BDDA0D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A6D5A8-876B-A5F8-6601-5FD1629BC44C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5B908C-571E-DC1B-9504-3965F92BA6B9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FCE9F8-702C-AB0B-E463-15851B375490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2309A-386D-DC89-B993-9AD2EB0140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13816" y="816874"/>
            <a:ext cx="7541312" cy="1519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3DAA99-0A8B-0764-5879-428CA14B8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041" y="889130"/>
            <a:ext cx="6440555" cy="364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49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5">
          <a:extLst>
            <a:ext uri="{FF2B5EF4-FFF2-40B4-BE49-F238E27FC236}">
              <a16:creationId xmlns:a16="http://schemas.microsoft.com/office/drawing/2014/main" id="{223032AD-2714-906D-F51D-0EA4AE359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p34">
            <a:extLst>
              <a:ext uri="{FF2B5EF4-FFF2-40B4-BE49-F238E27FC236}">
                <a16:creationId xmlns:a16="http://schemas.microsoft.com/office/drawing/2014/main" id="{EB010A58-A1A7-9535-4AC6-A5DA09C49753}"/>
              </a:ext>
            </a:extLst>
          </p:cNvPr>
          <p:cNvSpPr/>
          <p:nvPr/>
        </p:nvSpPr>
        <p:spPr>
          <a:xfrm>
            <a:off x="2607621" y="222092"/>
            <a:ext cx="3928758" cy="60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34">
            <a:extLst>
              <a:ext uri="{FF2B5EF4-FFF2-40B4-BE49-F238E27FC236}">
                <a16:creationId xmlns:a16="http://schemas.microsoft.com/office/drawing/2014/main" id="{AA7ADD9E-15F7-2668-1CB5-82FD477270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7648" y="237637"/>
            <a:ext cx="3648487" cy="6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dirty="0" err="1"/>
              <a:t>Create</a:t>
            </a:r>
            <a:r>
              <a:rPr lang="tr-TR" sz="3600" dirty="0"/>
              <a:t> Plan #1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24982C-8279-E25B-2E2A-0C80F87A6CE6}"/>
              </a:ext>
            </a:extLst>
          </p:cNvPr>
          <p:cNvSpPr/>
          <p:nvPr/>
        </p:nvSpPr>
        <p:spPr>
          <a:xfrm>
            <a:off x="7794" y="375501"/>
            <a:ext cx="501844" cy="569127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8BC43-A336-C70F-7334-9637067F4FDD}"/>
              </a:ext>
            </a:extLst>
          </p:cNvPr>
          <p:cNvSpPr/>
          <p:nvPr/>
        </p:nvSpPr>
        <p:spPr>
          <a:xfrm>
            <a:off x="1050532" y="3659444"/>
            <a:ext cx="562164" cy="544222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BD568-76CC-C814-33A7-17BC67827301}"/>
              </a:ext>
            </a:extLst>
          </p:cNvPr>
          <p:cNvSpPr/>
          <p:nvPr/>
        </p:nvSpPr>
        <p:spPr>
          <a:xfrm>
            <a:off x="7559390" y="3655077"/>
            <a:ext cx="562002" cy="550368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FF5428-AAFB-8BCD-FE52-58004944B528}"/>
              </a:ext>
            </a:extLst>
          </p:cNvPr>
          <p:cNvSpPr/>
          <p:nvPr/>
        </p:nvSpPr>
        <p:spPr>
          <a:xfrm>
            <a:off x="8634146" y="949104"/>
            <a:ext cx="532084" cy="564275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0A31AC-7AA2-3053-3831-D21642510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88" y="1100178"/>
            <a:ext cx="7635406" cy="38056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0477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5">
          <a:extLst>
            <a:ext uri="{FF2B5EF4-FFF2-40B4-BE49-F238E27FC236}">
              <a16:creationId xmlns:a16="http://schemas.microsoft.com/office/drawing/2014/main" id="{B0927AA3-CB2B-B6EF-82DC-7FE3A42B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p34">
            <a:extLst>
              <a:ext uri="{FF2B5EF4-FFF2-40B4-BE49-F238E27FC236}">
                <a16:creationId xmlns:a16="http://schemas.microsoft.com/office/drawing/2014/main" id="{D1798F12-E4EC-B7A3-B55B-FD20F998F020}"/>
              </a:ext>
            </a:extLst>
          </p:cNvPr>
          <p:cNvSpPr/>
          <p:nvPr/>
        </p:nvSpPr>
        <p:spPr>
          <a:xfrm>
            <a:off x="2607621" y="222092"/>
            <a:ext cx="3928758" cy="60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34">
            <a:extLst>
              <a:ext uri="{FF2B5EF4-FFF2-40B4-BE49-F238E27FC236}">
                <a16:creationId xmlns:a16="http://schemas.microsoft.com/office/drawing/2014/main" id="{BD269DC3-FC70-DEFF-E77D-6A17E0D18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7648" y="237637"/>
            <a:ext cx="3648487" cy="6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dirty="0" err="1"/>
              <a:t>Create</a:t>
            </a:r>
            <a:r>
              <a:rPr lang="tr-TR" sz="3600" dirty="0"/>
              <a:t> Plan #2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960CDB-6E07-126A-13ED-305C2E8A3BFA}"/>
              </a:ext>
            </a:extLst>
          </p:cNvPr>
          <p:cNvSpPr/>
          <p:nvPr/>
        </p:nvSpPr>
        <p:spPr>
          <a:xfrm>
            <a:off x="7794" y="375501"/>
            <a:ext cx="501844" cy="569127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1F696-B2A7-B5A3-A9BD-7538F879F69D}"/>
              </a:ext>
            </a:extLst>
          </p:cNvPr>
          <p:cNvSpPr/>
          <p:nvPr/>
        </p:nvSpPr>
        <p:spPr>
          <a:xfrm>
            <a:off x="1050532" y="3659444"/>
            <a:ext cx="562164" cy="544222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C50121-BEE6-4AC7-6E8C-883C36079D7D}"/>
              </a:ext>
            </a:extLst>
          </p:cNvPr>
          <p:cNvSpPr/>
          <p:nvPr/>
        </p:nvSpPr>
        <p:spPr>
          <a:xfrm>
            <a:off x="7559390" y="3655077"/>
            <a:ext cx="562002" cy="550368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4F4848-C82A-3F15-0F7F-299541295FF9}"/>
              </a:ext>
            </a:extLst>
          </p:cNvPr>
          <p:cNvSpPr/>
          <p:nvPr/>
        </p:nvSpPr>
        <p:spPr>
          <a:xfrm>
            <a:off x="8634146" y="949104"/>
            <a:ext cx="532084" cy="564275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26980-D85D-3162-9E59-58E927A2D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40" y="938055"/>
            <a:ext cx="7132503" cy="38631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8277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5">
          <a:extLst>
            <a:ext uri="{FF2B5EF4-FFF2-40B4-BE49-F238E27FC236}">
              <a16:creationId xmlns:a16="http://schemas.microsoft.com/office/drawing/2014/main" id="{FAE3F3AA-3E81-A66A-5A5D-0C77274C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p34">
            <a:extLst>
              <a:ext uri="{FF2B5EF4-FFF2-40B4-BE49-F238E27FC236}">
                <a16:creationId xmlns:a16="http://schemas.microsoft.com/office/drawing/2014/main" id="{E6D9E795-3910-EA9D-0830-DDC05B3EB06A}"/>
              </a:ext>
            </a:extLst>
          </p:cNvPr>
          <p:cNvSpPr/>
          <p:nvPr/>
        </p:nvSpPr>
        <p:spPr>
          <a:xfrm>
            <a:off x="2607621" y="222092"/>
            <a:ext cx="3928758" cy="60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34">
            <a:extLst>
              <a:ext uri="{FF2B5EF4-FFF2-40B4-BE49-F238E27FC236}">
                <a16:creationId xmlns:a16="http://schemas.microsoft.com/office/drawing/2014/main" id="{545B4CD2-9ADD-116A-2FEC-B724C2CA4E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7648" y="237637"/>
            <a:ext cx="3648487" cy="6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dirty="0" err="1"/>
              <a:t>Create</a:t>
            </a:r>
            <a:r>
              <a:rPr lang="tr-TR" sz="3600" dirty="0"/>
              <a:t> Plan #3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C1E717-8D91-4D5C-1963-520BC7751B9A}"/>
              </a:ext>
            </a:extLst>
          </p:cNvPr>
          <p:cNvSpPr/>
          <p:nvPr/>
        </p:nvSpPr>
        <p:spPr>
          <a:xfrm>
            <a:off x="7794" y="375501"/>
            <a:ext cx="501844" cy="569127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F7201B-9BF9-10A3-5345-6CA8E42782A2}"/>
              </a:ext>
            </a:extLst>
          </p:cNvPr>
          <p:cNvSpPr/>
          <p:nvPr/>
        </p:nvSpPr>
        <p:spPr>
          <a:xfrm>
            <a:off x="1050532" y="3659444"/>
            <a:ext cx="562164" cy="544222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D3BCE1-DA70-9039-79F3-F64984A047FB}"/>
              </a:ext>
            </a:extLst>
          </p:cNvPr>
          <p:cNvSpPr/>
          <p:nvPr/>
        </p:nvSpPr>
        <p:spPr>
          <a:xfrm>
            <a:off x="7559390" y="3655077"/>
            <a:ext cx="562002" cy="550368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A6677C-15E9-5DB5-2156-87809426B4C6}"/>
              </a:ext>
            </a:extLst>
          </p:cNvPr>
          <p:cNvSpPr/>
          <p:nvPr/>
        </p:nvSpPr>
        <p:spPr>
          <a:xfrm>
            <a:off x="8634146" y="949104"/>
            <a:ext cx="532084" cy="564275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6ADA9-ADF0-FF6F-9334-EFE58277F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33" y="991025"/>
            <a:ext cx="5242429" cy="39303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EB776D-1354-EB38-D445-856E3240C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398" y="1141878"/>
            <a:ext cx="3543093" cy="36286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97658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5">
          <a:extLst>
            <a:ext uri="{FF2B5EF4-FFF2-40B4-BE49-F238E27FC236}">
              <a16:creationId xmlns:a16="http://schemas.microsoft.com/office/drawing/2014/main" id="{A85868F9-279B-4A5B-853F-9CC749CD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p34">
            <a:extLst>
              <a:ext uri="{FF2B5EF4-FFF2-40B4-BE49-F238E27FC236}">
                <a16:creationId xmlns:a16="http://schemas.microsoft.com/office/drawing/2014/main" id="{ADB9FAB4-B857-51E7-FDCE-5D800C7CF67C}"/>
              </a:ext>
            </a:extLst>
          </p:cNvPr>
          <p:cNvSpPr/>
          <p:nvPr/>
        </p:nvSpPr>
        <p:spPr>
          <a:xfrm>
            <a:off x="2607621" y="222092"/>
            <a:ext cx="3928758" cy="60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34">
            <a:extLst>
              <a:ext uri="{FF2B5EF4-FFF2-40B4-BE49-F238E27FC236}">
                <a16:creationId xmlns:a16="http://schemas.microsoft.com/office/drawing/2014/main" id="{37F13CA8-1417-A39A-DD53-151A0CA7B6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7648" y="237637"/>
            <a:ext cx="3648487" cy="6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dirty="0" err="1"/>
              <a:t>Create</a:t>
            </a:r>
            <a:r>
              <a:rPr lang="tr-TR" sz="3600" dirty="0"/>
              <a:t> Plan #4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7FFFAB-3616-2B55-F4C4-0F911ED52BDD}"/>
              </a:ext>
            </a:extLst>
          </p:cNvPr>
          <p:cNvSpPr/>
          <p:nvPr/>
        </p:nvSpPr>
        <p:spPr>
          <a:xfrm>
            <a:off x="7794" y="375501"/>
            <a:ext cx="501844" cy="569127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14876-51F4-F554-3E61-0A99C4E3B6E6}"/>
              </a:ext>
            </a:extLst>
          </p:cNvPr>
          <p:cNvSpPr/>
          <p:nvPr/>
        </p:nvSpPr>
        <p:spPr>
          <a:xfrm>
            <a:off x="1050532" y="3659444"/>
            <a:ext cx="562164" cy="544222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977646-2AC2-245C-07E8-D7316210A47D}"/>
              </a:ext>
            </a:extLst>
          </p:cNvPr>
          <p:cNvSpPr/>
          <p:nvPr/>
        </p:nvSpPr>
        <p:spPr>
          <a:xfrm>
            <a:off x="7559390" y="3655077"/>
            <a:ext cx="562002" cy="550368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7F739-FAF0-4E51-6DC1-AF5035948542}"/>
              </a:ext>
            </a:extLst>
          </p:cNvPr>
          <p:cNvSpPr/>
          <p:nvPr/>
        </p:nvSpPr>
        <p:spPr>
          <a:xfrm>
            <a:off x="8634146" y="949104"/>
            <a:ext cx="532084" cy="564275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521DC2-1056-A6C2-2805-082CAA707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33" y="991025"/>
            <a:ext cx="5242429" cy="39303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DE8D7E-54D8-70ED-EC4D-A64BB67DD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398" y="1141878"/>
            <a:ext cx="3543093" cy="36286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2719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5">
          <a:extLst>
            <a:ext uri="{FF2B5EF4-FFF2-40B4-BE49-F238E27FC236}">
              <a16:creationId xmlns:a16="http://schemas.microsoft.com/office/drawing/2014/main" id="{174BC003-C78E-41AE-7A3A-8D361F43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p34">
            <a:extLst>
              <a:ext uri="{FF2B5EF4-FFF2-40B4-BE49-F238E27FC236}">
                <a16:creationId xmlns:a16="http://schemas.microsoft.com/office/drawing/2014/main" id="{0B07DBAC-94E0-04FB-7AE5-F34D6DA5659D}"/>
              </a:ext>
            </a:extLst>
          </p:cNvPr>
          <p:cNvSpPr/>
          <p:nvPr/>
        </p:nvSpPr>
        <p:spPr>
          <a:xfrm>
            <a:off x="2607621" y="222092"/>
            <a:ext cx="3928758" cy="60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34">
            <a:extLst>
              <a:ext uri="{FF2B5EF4-FFF2-40B4-BE49-F238E27FC236}">
                <a16:creationId xmlns:a16="http://schemas.microsoft.com/office/drawing/2014/main" id="{F62C2E91-7DA8-BB6C-634B-981146A7A2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7648" y="237637"/>
            <a:ext cx="3648487" cy="6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dirty="0" err="1"/>
              <a:t>Create</a:t>
            </a:r>
            <a:r>
              <a:rPr lang="tr-TR" sz="3600" dirty="0"/>
              <a:t> Plan #5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0B2A82-D153-F561-74DD-5303212A2C9C}"/>
              </a:ext>
            </a:extLst>
          </p:cNvPr>
          <p:cNvSpPr/>
          <p:nvPr/>
        </p:nvSpPr>
        <p:spPr>
          <a:xfrm>
            <a:off x="7794" y="375501"/>
            <a:ext cx="501844" cy="569127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EF35DD-AAC3-E257-CDB8-90816B9E3F0C}"/>
              </a:ext>
            </a:extLst>
          </p:cNvPr>
          <p:cNvSpPr/>
          <p:nvPr/>
        </p:nvSpPr>
        <p:spPr>
          <a:xfrm>
            <a:off x="1050532" y="3659444"/>
            <a:ext cx="562164" cy="544222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C33C19-600D-F07B-3469-9E77E60BE237}"/>
              </a:ext>
            </a:extLst>
          </p:cNvPr>
          <p:cNvSpPr/>
          <p:nvPr/>
        </p:nvSpPr>
        <p:spPr>
          <a:xfrm>
            <a:off x="7559390" y="3655077"/>
            <a:ext cx="562002" cy="550368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6AF9DC-C9CB-8EBE-68DC-C1597654F231}"/>
              </a:ext>
            </a:extLst>
          </p:cNvPr>
          <p:cNvSpPr/>
          <p:nvPr/>
        </p:nvSpPr>
        <p:spPr>
          <a:xfrm>
            <a:off x="8634146" y="949104"/>
            <a:ext cx="532084" cy="564275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F6422B-3D64-EFA2-61E0-D18059F51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124" y="938055"/>
            <a:ext cx="6283533" cy="406847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70730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5">
          <a:extLst>
            <a:ext uri="{FF2B5EF4-FFF2-40B4-BE49-F238E27FC236}">
              <a16:creationId xmlns:a16="http://schemas.microsoft.com/office/drawing/2014/main" id="{502CE462-BD1D-D09A-F643-971117E0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p34">
            <a:extLst>
              <a:ext uri="{FF2B5EF4-FFF2-40B4-BE49-F238E27FC236}">
                <a16:creationId xmlns:a16="http://schemas.microsoft.com/office/drawing/2014/main" id="{03E0B3DB-8E64-CBFA-F9A4-0F4E0BB14138}"/>
              </a:ext>
            </a:extLst>
          </p:cNvPr>
          <p:cNvSpPr/>
          <p:nvPr/>
        </p:nvSpPr>
        <p:spPr>
          <a:xfrm>
            <a:off x="2607621" y="222092"/>
            <a:ext cx="3928758" cy="60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34">
            <a:extLst>
              <a:ext uri="{FF2B5EF4-FFF2-40B4-BE49-F238E27FC236}">
                <a16:creationId xmlns:a16="http://schemas.microsoft.com/office/drawing/2014/main" id="{AF7A583E-1625-6735-40CB-F4ED5EFA8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7648" y="237637"/>
            <a:ext cx="3648487" cy="6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dirty="0" err="1"/>
              <a:t>Create</a:t>
            </a:r>
            <a:r>
              <a:rPr lang="tr-TR" sz="3600" dirty="0"/>
              <a:t> Plan #6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7B2EBF-F92A-83D1-DB1F-8444FCE7D69B}"/>
              </a:ext>
            </a:extLst>
          </p:cNvPr>
          <p:cNvSpPr/>
          <p:nvPr/>
        </p:nvSpPr>
        <p:spPr>
          <a:xfrm>
            <a:off x="7794" y="375501"/>
            <a:ext cx="501844" cy="569127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2CA48-C92E-CBC5-6958-0710E914C979}"/>
              </a:ext>
            </a:extLst>
          </p:cNvPr>
          <p:cNvSpPr/>
          <p:nvPr/>
        </p:nvSpPr>
        <p:spPr>
          <a:xfrm>
            <a:off x="1050532" y="3659444"/>
            <a:ext cx="562164" cy="544222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08D4C3-1A89-88C5-05E3-AA3DB9424060}"/>
              </a:ext>
            </a:extLst>
          </p:cNvPr>
          <p:cNvSpPr/>
          <p:nvPr/>
        </p:nvSpPr>
        <p:spPr>
          <a:xfrm>
            <a:off x="7559390" y="3655077"/>
            <a:ext cx="562002" cy="550368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878934-32AE-C80B-C1C5-DEE2CE2AD94E}"/>
              </a:ext>
            </a:extLst>
          </p:cNvPr>
          <p:cNvSpPr/>
          <p:nvPr/>
        </p:nvSpPr>
        <p:spPr>
          <a:xfrm>
            <a:off x="8634146" y="949104"/>
            <a:ext cx="532084" cy="564275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7AAFC-364C-FAA7-948E-5DA1CF1B0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82" y="938055"/>
            <a:ext cx="7868418" cy="38874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758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5">
          <a:extLst>
            <a:ext uri="{FF2B5EF4-FFF2-40B4-BE49-F238E27FC236}">
              <a16:creationId xmlns:a16="http://schemas.microsoft.com/office/drawing/2014/main" id="{756996FC-A9E3-8807-F13F-4D962742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p34">
            <a:extLst>
              <a:ext uri="{FF2B5EF4-FFF2-40B4-BE49-F238E27FC236}">
                <a16:creationId xmlns:a16="http://schemas.microsoft.com/office/drawing/2014/main" id="{68A44424-B982-E38E-24C5-0A7F2D76A1F9}"/>
              </a:ext>
            </a:extLst>
          </p:cNvPr>
          <p:cNvSpPr/>
          <p:nvPr/>
        </p:nvSpPr>
        <p:spPr>
          <a:xfrm>
            <a:off x="2607621" y="222092"/>
            <a:ext cx="3928758" cy="608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34">
            <a:extLst>
              <a:ext uri="{FF2B5EF4-FFF2-40B4-BE49-F238E27FC236}">
                <a16:creationId xmlns:a16="http://schemas.microsoft.com/office/drawing/2014/main" id="{16C525CB-3F72-A818-DE34-43EAADD07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7648" y="237637"/>
            <a:ext cx="3648487" cy="6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dirty="0" err="1"/>
              <a:t>Create</a:t>
            </a:r>
            <a:r>
              <a:rPr lang="tr-TR" sz="3600" dirty="0"/>
              <a:t> Plan #7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97CB97-5D5B-149B-1082-4916E08404B9}"/>
              </a:ext>
            </a:extLst>
          </p:cNvPr>
          <p:cNvSpPr/>
          <p:nvPr/>
        </p:nvSpPr>
        <p:spPr>
          <a:xfrm>
            <a:off x="7794" y="375501"/>
            <a:ext cx="501844" cy="569127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1DEC5-51ED-F202-90DD-4A81F56D047C}"/>
              </a:ext>
            </a:extLst>
          </p:cNvPr>
          <p:cNvSpPr/>
          <p:nvPr/>
        </p:nvSpPr>
        <p:spPr>
          <a:xfrm>
            <a:off x="1050532" y="3659444"/>
            <a:ext cx="562164" cy="544222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29543-5098-30B8-0F8C-BBEB8E004902}"/>
              </a:ext>
            </a:extLst>
          </p:cNvPr>
          <p:cNvSpPr/>
          <p:nvPr/>
        </p:nvSpPr>
        <p:spPr>
          <a:xfrm>
            <a:off x="7559390" y="3655077"/>
            <a:ext cx="562002" cy="550368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0DAFE8-71F0-EF94-0DD6-C2CA133AFC6D}"/>
              </a:ext>
            </a:extLst>
          </p:cNvPr>
          <p:cNvSpPr/>
          <p:nvPr/>
        </p:nvSpPr>
        <p:spPr>
          <a:xfrm>
            <a:off x="8634146" y="949104"/>
            <a:ext cx="532084" cy="564275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74744-DC99-0973-A78B-92B436EF1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884" y="944628"/>
            <a:ext cx="5870014" cy="41370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76487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8870775A-ACB6-3A15-AA02-1130FDF1B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A182F3-C440-7D36-8712-B39A79670123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2F9F71F0-1F33-9726-C9C0-1D6FE317E6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tr-TR" dirty="0" err="1"/>
              <a:t>Observability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Opik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D9938B-5C32-73F0-8FEF-E8FF995162E7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AE9F67-FCCC-8B73-F5EE-3EB9C85D18A2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DB339-5CCB-85A2-38D3-60DC2A9C5510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22B26C-92FA-1CBE-54D7-411F2F4E66AA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34EDB0-EF05-45A2-F9B1-9686FE62D1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04672" y="816874"/>
            <a:ext cx="7541312" cy="15191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025C50-388D-BBAB-8240-5DF95B181723}"/>
              </a:ext>
            </a:extLst>
          </p:cNvPr>
          <p:cNvSpPr txBox="1"/>
          <p:nvPr/>
        </p:nvSpPr>
        <p:spPr>
          <a:xfrm>
            <a:off x="384762" y="1144781"/>
            <a:ext cx="7745804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1"/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Fairness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Isn’t Just a Feeling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,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w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e 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m</a:t>
            </a:r>
            <a:r>
              <a:rPr lang="en-US" sz="1800" dirty="0" err="1">
                <a:solidFill>
                  <a:schemeClr val="accent4"/>
                </a:solidFill>
                <a:latin typeface="Barlow Semi Condensed"/>
              </a:rPr>
              <a:t>ade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i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t </a:t>
            </a:r>
            <a:r>
              <a:rPr lang="tr-TR" sz="1800" b="1" dirty="0">
                <a:solidFill>
                  <a:schemeClr val="accent4"/>
                </a:solidFill>
                <a:latin typeface="Barlow Semi Condensed"/>
              </a:rPr>
              <a:t>v</a:t>
            </a:r>
            <a:r>
              <a:rPr lang="en-US" sz="1800" b="1" dirty="0" err="1">
                <a:solidFill>
                  <a:schemeClr val="accent4"/>
                </a:solidFill>
                <a:latin typeface="Barlow Semi Condensed"/>
              </a:rPr>
              <a:t>erifiable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.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457200" lvl="1"/>
            <a:endParaRPr lang="tr-TR" sz="1800" b="1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Every decision is traceable</a:t>
            </a:r>
            <a:r>
              <a:rPr lang="tr-TR" sz="1800" b="1" dirty="0">
                <a:solidFill>
                  <a:schemeClr val="accent4"/>
                </a:solidFill>
                <a:latin typeface="Barlow Semi Condensed"/>
              </a:rPr>
              <a:t>: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W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e log latency, token count, model version, and context for each split. 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800" b="1" dirty="0" err="1">
                <a:solidFill>
                  <a:schemeClr val="accent4"/>
                </a:solidFill>
                <a:latin typeface="Barlow Semi Condensed"/>
              </a:rPr>
              <a:t>Users</a:t>
            </a: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 can see why someone paid more or less</a:t>
            </a:r>
            <a:r>
              <a:rPr lang="tr-TR" sz="1800" b="1" dirty="0">
                <a:solidFill>
                  <a:schemeClr val="accent4"/>
                </a:solidFill>
                <a:latin typeface="Barlow Semi Condensed"/>
              </a:rPr>
              <a:t>: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N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o magic, just logic.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"Was this fair?" is logged live</a:t>
            </a:r>
            <a:r>
              <a:rPr lang="tr-TR" sz="1800" b="1" dirty="0">
                <a:solidFill>
                  <a:schemeClr val="accent4"/>
                </a:solidFill>
                <a:latin typeface="Barlow Semi Condensed"/>
              </a:rPr>
              <a:t>: 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C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losing the loop for real accountability.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Scenario tags (like vegan, </a:t>
            </a:r>
            <a:r>
              <a:rPr lang="en-US" sz="1800" dirty="0" err="1">
                <a:solidFill>
                  <a:schemeClr val="accent4"/>
                </a:solidFill>
                <a:latin typeface="Barlow Semi Condensed"/>
              </a:rPr>
              <a:t>arrived_late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, </a:t>
            </a:r>
            <a:r>
              <a:rPr lang="en-US" sz="1800" dirty="0" err="1">
                <a:solidFill>
                  <a:schemeClr val="accent4"/>
                </a:solidFill>
                <a:latin typeface="Barlow Semi Condensed"/>
              </a:rPr>
              <a:t>premium_room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) make it easy to filter and evaluate edge cases.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No hidden AI guessing</a:t>
            </a:r>
            <a:r>
              <a:rPr lang="tr-TR" sz="1800" b="1" dirty="0">
                <a:solidFill>
                  <a:schemeClr val="accent4"/>
                </a:solidFill>
                <a:latin typeface="Barlow Semi Condensed"/>
              </a:rPr>
              <a:t>: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</a:t>
            </a:r>
            <a:r>
              <a:rPr lang="tr-TR" sz="1800" dirty="0" err="1">
                <a:solidFill>
                  <a:schemeClr val="accent4"/>
                </a:solidFill>
                <a:latin typeface="Barlow Semi Condensed"/>
              </a:rPr>
              <a:t>We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can audit it all at /audit. </a:t>
            </a:r>
            <a:endParaRPr lang="tr-TR" sz="1800" dirty="0">
              <a:solidFill>
                <a:schemeClr val="accent4"/>
              </a:solidFill>
              <a:latin typeface="Barlow Semi Condense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4"/>
                </a:solidFill>
                <a:latin typeface="Barlow Semi Condensed"/>
              </a:rPr>
              <a:t>We didn’t just use Opik</a:t>
            </a:r>
            <a:r>
              <a:rPr lang="tr-TR" sz="1800" b="1" dirty="0">
                <a:solidFill>
                  <a:schemeClr val="accent4"/>
                </a:solidFill>
                <a:latin typeface="Barlow Semi Condensed"/>
              </a:rPr>
              <a:t>: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 </a:t>
            </a:r>
            <a:r>
              <a:rPr lang="tr-TR" sz="1800" dirty="0">
                <a:solidFill>
                  <a:schemeClr val="accent4"/>
                </a:solidFill>
                <a:latin typeface="Barlow Semi Condensed"/>
              </a:rPr>
              <a:t>W</a:t>
            </a:r>
            <a:r>
              <a:rPr lang="en-US" sz="1800" dirty="0">
                <a:solidFill>
                  <a:schemeClr val="accent4"/>
                </a:solidFill>
                <a:latin typeface="Barlow Semi Condensed"/>
              </a:rPr>
              <a:t>e built around it to prove the system is fair under pressure.</a:t>
            </a:r>
          </a:p>
        </p:txBody>
      </p:sp>
    </p:spTree>
    <p:extLst>
      <p:ext uri="{BB962C8B-B14F-4D97-AF65-F5344CB8AC3E}">
        <p14:creationId xmlns:p14="http://schemas.microsoft.com/office/powerpoint/2010/main" val="3084968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8EFF4E71-3391-D323-407D-E6106098A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062FB0-74AD-7E64-7340-EC89A6197A7D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97E7DB30-B4D2-7FB0-97D5-EC05AF8857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tr-TR" dirty="0" err="1"/>
              <a:t>System</a:t>
            </a:r>
            <a:r>
              <a:rPr lang="tr-TR" dirty="0"/>
              <a:t> Architecture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B2E94-6949-6ACB-E196-3739A27677FA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BBE07-AF79-B49A-2483-5D57CF27A6E8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4EDEF0-C9E3-0590-56B2-20508584A82F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092423-F93B-31FA-75EB-3B559F251C76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77BB12-FD42-8007-849B-F048FE4B79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04672" y="816874"/>
            <a:ext cx="7541312" cy="15191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C0222B-B1BD-0378-7649-9F1CBC20CB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7325" y="735627"/>
            <a:ext cx="8089349" cy="43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2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D7FCBFF0-8581-515C-E214-1BDAF841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E99582-4552-3319-D7AA-A1A0761A41B9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3BDEDD27-8EE3-FFE7-9262-DB4C013E0D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tr-TR" dirty="0" err="1"/>
              <a:t>Revenue</a:t>
            </a:r>
            <a:r>
              <a:rPr lang="tr-TR" dirty="0"/>
              <a:t> Model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2E3C67-E7E9-AA36-BC9E-E7F7CAC4ECDC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F04109-4CD3-50A5-9273-F49FC8CC538F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28427B-E4BA-B05E-335F-B0AA99DEF2FF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6233DA-8F2A-A9C4-E857-1DCDB30E95A4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389E6-FF5D-B4EE-816B-8A511F171C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04672" y="816874"/>
            <a:ext cx="7541312" cy="1519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673DAE-EF93-9B92-A137-83B3DAC4D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71" y="1068131"/>
            <a:ext cx="7182486" cy="32584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51481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7749DCD7-216E-EE1A-631D-AB52DECA9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65B07A-60CB-5058-DF83-60BC43E23A8D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BEA65FE9-6412-1770-9C54-A755A1F38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tr-TR" dirty="0"/>
              <a:t>Links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DF1577-96A0-D488-511A-EF827EFB951A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10D9F3-2E45-1AF7-FDF6-2B6C4A93A2DB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40082-56D3-28DE-012E-4CB32AAC631F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7D9278-F3C8-4485-8FC6-EB013A9ECA3B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C0200-0BFF-1B97-86E1-D859380FA2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04672" y="816874"/>
            <a:ext cx="7541312" cy="15191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A1EE00-2770-5682-142B-D6E05D361713}"/>
              </a:ext>
            </a:extLst>
          </p:cNvPr>
          <p:cNvSpPr txBox="1"/>
          <p:nvPr/>
        </p:nvSpPr>
        <p:spPr>
          <a:xfrm>
            <a:off x="798016" y="1448365"/>
            <a:ext cx="7674585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tr-TR" sz="2000" b="1" dirty="0">
                <a:latin typeface="Barlow Semi Condensed" panose="00000506000000000000" pitchFamily="2" charset="-94"/>
              </a:rPr>
              <a:t>• </a:t>
            </a:r>
            <a:r>
              <a:rPr lang="en-US" sz="2000" b="1" dirty="0">
                <a:latin typeface="Barlow Semi Condensed" panose="00000506000000000000" pitchFamily="2" charset="-94"/>
              </a:rPr>
              <a:t>Live Demo:</a:t>
            </a:r>
            <a:r>
              <a:rPr lang="en-US" sz="2000" dirty="0">
                <a:latin typeface="Barlow Semi Condensed" panose="00000506000000000000" pitchFamily="2" charset="-94"/>
              </a:rPr>
              <a:t> </a:t>
            </a:r>
            <a:r>
              <a:rPr lang="en-US" sz="2000" dirty="0">
                <a:latin typeface="Barlow Semi Condensed" panose="00000506000000000000" pitchFamily="2" charset="-94"/>
                <a:hlinkClick r:id="rId4"/>
              </a:rPr>
              <a:t>https://room-tab.vercel.app/</a:t>
            </a:r>
            <a:endParaRPr lang="tr-TR" sz="2000" dirty="0">
              <a:latin typeface="Barlow Semi Condensed" panose="00000506000000000000" pitchFamily="2" charset="-94"/>
            </a:endParaRPr>
          </a:p>
          <a:p>
            <a:endParaRPr lang="en-US" sz="2000" dirty="0">
              <a:latin typeface="Barlow Semi Condensed" panose="00000506000000000000" pitchFamily="2" charset="-94"/>
            </a:endParaRPr>
          </a:p>
          <a:p>
            <a:r>
              <a:rPr lang="tr-TR" sz="2000" b="1" dirty="0">
                <a:latin typeface="Barlow Semi Condensed" panose="00000506000000000000" pitchFamily="2" charset="-94"/>
              </a:rPr>
              <a:t>• </a:t>
            </a:r>
            <a:r>
              <a:rPr lang="en-US" sz="2000" b="1" dirty="0">
                <a:latin typeface="Barlow Semi Condensed" panose="00000506000000000000" pitchFamily="2" charset="-94"/>
              </a:rPr>
              <a:t>Demo Video:</a:t>
            </a:r>
            <a:r>
              <a:rPr lang="en-US" sz="2000" dirty="0">
                <a:latin typeface="Barlow Semi Condensed" panose="00000506000000000000" pitchFamily="2" charset="-94"/>
              </a:rPr>
              <a:t> https://youtube.com/</a:t>
            </a:r>
            <a:r>
              <a:rPr lang="tr-TR" sz="2000" dirty="0" err="1">
                <a:latin typeface="Barlow Semi Condensed" panose="00000506000000000000" pitchFamily="2" charset="-94"/>
              </a:rPr>
              <a:t>tbu</a:t>
            </a:r>
            <a:br>
              <a:rPr lang="tr-TR" sz="2000" dirty="0">
                <a:latin typeface="Barlow Semi Condensed" panose="00000506000000000000" pitchFamily="2" charset="-94"/>
              </a:rPr>
            </a:br>
            <a:endParaRPr lang="en-US" sz="2000" dirty="0">
              <a:latin typeface="Barlow Semi Condensed" panose="00000506000000000000" pitchFamily="2" charset="-94"/>
            </a:endParaRPr>
          </a:p>
          <a:p>
            <a:r>
              <a:rPr lang="tr-TR" sz="2000" b="1" dirty="0">
                <a:latin typeface="Barlow Semi Condensed" panose="00000506000000000000" pitchFamily="2" charset="-94"/>
              </a:rPr>
              <a:t>• </a:t>
            </a:r>
            <a:r>
              <a:rPr lang="fr-FR" sz="2000" b="1" dirty="0">
                <a:latin typeface="Barlow Semi Condensed" panose="00000506000000000000" pitchFamily="2" charset="-94"/>
              </a:rPr>
              <a:t>Source Code:</a:t>
            </a:r>
            <a:r>
              <a:rPr lang="tr-TR" sz="2000" b="1" dirty="0">
                <a:latin typeface="Barlow Semi Condensed" panose="00000506000000000000" pitchFamily="2" charset="-94"/>
              </a:rPr>
              <a:t> </a:t>
            </a:r>
            <a:r>
              <a:rPr lang="fr-FR" sz="2000" dirty="0">
                <a:latin typeface="Barlow Semi Condensed" panose="00000506000000000000" pitchFamily="2" charset="-94"/>
                <a:hlinkClick r:id="rId5"/>
              </a:rPr>
              <a:t>https://github.com/GokhanCey/RoomTab</a:t>
            </a:r>
            <a:endParaRPr lang="tr-TR" sz="2000" dirty="0">
              <a:latin typeface="Barlow Semi Condensed" panose="00000506000000000000" pitchFamily="2" charset="-94"/>
            </a:endParaRPr>
          </a:p>
          <a:p>
            <a:endParaRPr lang="tr-TR" sz="2000" b="1" dirty="0">
              <a:latin typeface="Barlow Semi Condensed" panose="00000506000000000000" pitchFamily="2" charset="-94"/>
            </a:endParaRPr>
          </a:p>
          <a:p>
            <a:r>
              <a:rPr lang="tr-TR" sz="2000" b="1" dirty="0">
                <a:latin typeface="Barlow Semi Condensed" panose="00000506000000000000" pitchFamily="2" charset="-94"/>
              </a:rPr>
              <a:t>• </a:t>
            </a:r>
            <a:r>
              <a:rPr lang="en-US" sz="2000" b="1" dirty="0">
                <a:latin typeface="Barlow Semi Condensed" panose="00000506000000000000" pitchFamily="2" charset="-94"/>
              </a:rPr>
              <a:t>Pitch Deck:</a:t>
            </a:r>
            <a:r>
              <a:rPr lang="tr-TR" sz="2000" b="1" dirty="0">
                <a:latin typeface="Barlow Semi Condensed" panose="00000506000000000000" pitchFamily="2" charset="-94"/>
              </a:rPr>
              <a:t> </a:t>
            </a:r>
            <a:r>
              <a:rPr lang="tr-TR" sz="2000" dirty="0">
                <a:latin typeface="Barlow Semi Condensed" panose="00000506000000000000" pitchFamily="2" charset="-94"/>
                <a:hlinkClick r:id="rId6"/>
              </a:rPr>
              <a:t>https://github.com/GokhanCey/RoomTab/blob/main/PD.pdf</a:t>
            </a:r>
            <a:endParaRPr lang="en-US" sz="2000" dirty="0">
              <a:solidFill>
                <a:schemeClr val="accent4"/>
              </a:solidFill>
              <a:latin typeface="Barlow Semi Condensed" panose="00000506000000000000" pitchFamily="2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839245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6">
          <a:extLst>
            <a:ext uri="{FF2B5EF4-FFF2-40B4-BE49-F238E27FC236}">
              <a16:creationId xmlns:a16="http://schemas.microsoft.com/office/drawing/2014/main" id="{CA233A5E-2C93-ED1E-CD19-9D85E6F4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21EDBF-54F7-E6A1-296A-BDD6D454F6F3}"/>
              </a:ext>
            </a:extLst>
          </p:cNvPr>
          <p:cNvSpPr/>
          <p:nvPr/>
        </p:nvSpPr>
        <p:spPr>
          <a:xfrm>
            <a:off x="489057" y="405580"/>
            <a:ext cx="562002" cy="539048"/>
          </a:xfrm>
          <a:prstGeom prst="rect">
            <a:avLst/>
          </a:prstGeom>
          <a:solidFill>
            <a:srgbClr val="407E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" name="Google Shape;4097;p31">
            <a:extLst>
              <a:ext uri="{FF2B5EF4-FFF2-40B4-BE49-F238E27FC236}">
                <a16:creationId xmlns:a16="http://schemas.microsoft.com/office/drawing/2014/main" id="{CB237914-A08A-E1A9-2A5F-83AE4B1F6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9469" y="130004"/>
            <a:ext cx="7529700" cy="54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tr-TR" dirty="0" err="1"/>
              <a:t>RoomTab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9444AA-2165-3FCD-D696-66DB687909BE}"/>
              </a:ext>
            </a:extLst>
          </p:cNvPr>
          <p:cNvSpPr/>
          <p:nvPr/>
        </p:nvSpPr>
        <p:spPr>
          <a:xfrm>
            <a:off x="8130566" y="0"/>
            <a:ext cx="534349" cy="410000"/>
          </a:xfrm>
          <a:prstGeom prst="rect">
            <a:avLst/>
          </a:prstGeom>
          <a:solidFill>
            <a:srgbClr val="FFA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FB485F-60B5-976F-34BA-7A0D3EC69ABD}"/>
              </a:ext>
            </a:extLst>
          </p:cNvPr>
          <p:cNvSpPr/>
          <p:nvPr/>
        </p:nvSpPr>
        <p:spPr>
          <a:xfrm>
            <a:off x="5955179" y="4737919"/>
            <a:ext cx="562002" cy="410000"/>
          </a:xfrm>
          <a:prstGeom prst="rect">
            <a:avLst/>
          </a:prstGeom>
          <a:solidFill>
            <a:srgbClr val="4AC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A02527-F90D-56A0-5AF7-F15118EB079E}"/>
              </a:ext>
            </a:extLst>
          </p:cNvPr>
          <p:cNvSpPr/>
          <p:nvPr/>
        </p:nvSpPr>
        <p:spPr>
          <a:xfrm>
            <a:off x="489058" y="3087945"/>
            <a:ext cx="331559" cy="594353"/>
          </a:xfrm>
          <a:prstGeom prst="rect">
            <a:avLst/>
          </a:prstGeom>
          <a:solidFill>
            <a:srgbClr val="F664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2478C8-9231-9005-C563-F834F3D0A8C7}"/>
              </a:ext>
            </a:extLst>
          </p:cNvPr>
          <p:cNvSpPr/>
          <p:nvPr/>
        </p:nvSpPr>
        <p:spPr>
          <a:xfrm>
            <a:off x="8333356" y="1981815"/>
            <a:ext cx="331559" cy="594353"/>
          </a:xfrm>
          <a:prstGeom prst="rect">
            <a:avLst/>
          </a:prstGeom>
          <a:solidFill>
            <a:srgbClr val="8D6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41BDE-15FD-C1AA-A350-E19C87BC8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1691" t="12890" r="1780" b="6726"/>
          <a:stretch>
            <a:fillRect/>
          </a:stretch>
        </p:blipFill>
        <p:spPr>
          <a:xfrm>
            <a:off x="804672" y="816874"/>
            <a:ext cx="7541312" cy="1519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09B5D2-BAB4-6CBE-3812-370C1A157068}"/>
              </a:ext>
            </a:extLst>
          </p:cNvPr>
          <p:cNvSpPr txBox="1"/>
          <p:nvPr/>
        </p:nvSpPr>
        <p:spPr>
          <a:xfrm>
            <a:off x="1302151" y="1509921"/>
            <a:ext cx="6524336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000" b="1" i="1" dirty="0"/>
              <a:t>AI that explains who</a:t>
            </a:r>
            <a:r>
              <a:rPr lang="tr-TR" sz="2000" b="1" i="1" dirty="0"/>
              <a:t> </a:t>
            </a:r>
            <a:r>
              <a:rPr lang="en-US" sz="2000" b="1" i="1" dirty="0"/>
              <a:t>should pay what, and why</a:t>
            </a:r>
            <a:endParaRPr lang="tr-TR" sz="3600" b="1" i="1" dirty="0">
              <a:latin typeface="Barlow Semi Condensed" panose="00000506000000000000" pitchFamily="2" charset="-94"/>
            </a:endParaRPr>
          </a:p>
          <a:p>
            <a:pPr algn="ctr">
              <a:lnSpc>
                <a:spcPct val="200000"/>
              </a:lnSpc>
            </a:pPr>
            <a:r>
              <a:rPr lang="en-US" sz="3600" b="1" dirty="0">
                <a:latin typeface="Barlow Semi Condensed" panose="00000506000000000000" pitchFamily="2" charset="-94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401282268"/>
      </p:ext>
    </p:extLst>
  </p:cSld>
  <p:clrMapOvr>
    <a:masterClrMapping/>
  </p:clrMapOvr>
</p:sld>
</file>

<file path=ppt/theme/theme1.xml><?xml version="1.0" encoding="utf-8"?>
<a:theme xmlns:a="http://schemas.openxmlformats.org/drawingml/2006/main" name="Pixel Art Artist Portfolio by Slidesgo">
  <a:themeElements>
    <a:clrScheme name="Simple Light">
      <a:dk1>
        <a:srgbClr val="FFF383"/>
      </a:dk1>
      <a:lt1>
        <a:srgbClr val="F7D054"/>
      </a:lt1>
      <a:dk2>
        <a:srgbClr val="C78F7B"/>
      </a:dk2>
      <a:lt2>
        <a:srgbClr val="964A58"/>
      </a:lt2>
      <a:accent1>
        <a:srgbClr val="4F678B"/>
      </a:accent1>
      <a:accent2>
        <a:srgbClr val="002241"/>
      </a:accent2>
      <a:accent3>
        <a:srgbClr val="FFFFFF"/>
      </a:accent3>
      <a:accent4>
        <a:srgbClr val="303030"/>
      </a:accent4>
      <a:accent5>
        <a:srgbClr val="D9D9D9"/>
      </a:accent5>
      <a:accent6>
        <a:srgbClr val="FFFFFF"/>
      </a:accent6>
      <a:hlink>
        <a:srgbClr val="3030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455</Words>
  <Application>Microsoft Office PowerPoint</Application>
  <PresentationFormat>On-screen Show (16:9)</PresentationFormat>
  <Paragraphs>50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Bai Jamjuree</vt:lpstr>
      <vt:lpstr>Arial</vt:lpstr>
      <vt:lpstr>Barlow Semi Condensed</vt:lpstr>
      <vt:lpstr>Pixel Art Artist Portfolio by Slidesgo</vt:lpstr>
      <vt:lpstr>RoomTab by Gokhan Ceylan</vt:lpstr>
      <vt:lpstr>Problem</vt:lpstr>
      <vt:lpstr>Solution</vt:lpstr>
      <vt:lpstr>Demo</vt:lpstr>
      <vt:lpstr>RoomTab</vt:lpstr>
      <vt:lpstr>Create Plan #1</vt:lpstr>
      <vt:lpstr>Create Plan #2</vt:lpstr>
      <vt:lpstr>Create Plan #3</vt:lpstr>
      <vt:lpstr>Create Plan #4</vt:lpstr>
      <vt:lpstr>Create Plan #5</vt:lpstr>
      <vt:lpstr>Create Plan #6</vt:lpstr>
      <vt:lpstr>Create Plan #7</vt:lpstr>
      <vt:lpstr>Observability with Opik</vt:lpstr>
      <vt:lpstr>System Architecture</vt:lpstr>
      <vt:lpstr>Revenue Model</vt:lpstr>
      <vt:lpstr>Links</vt:lpstr>
      <vt:lpstr>RoomTab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Gökhan Ceylan</cp:lastModifiedBy>
  <cp:revision>910</cp:revision>
  <dcterms:modified xsi:type="dcterms:W3CDTF">2026-01-31T23:37:11Z</dcterms:modified>
</cp:coreProperties>
</file>